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98" r:id="rId6"/>
  </p:sldMasterIdLst>
  <p:notesMasterIdLst>
    <p:notesMasterId r:id="rId12"/>
  </p:notesMasterIdLst>
  <p:sldIdLst>
    <p:sldId id="1904" r:id="rId7"/>
    <p:sldId id="1906" r:id="rId8"/>
    <p:sldId id="1908" r:id="rId9"/>
    <p:sldId id="1911" r:id="rId10"/>
    <p:sldId id="1912" r:id="rId11"/>
  </p:sldIdLst>
  <p:sldSz cx="12192000" cy="6858000"/>
  <p:notesSz cx="6797675" cy="99282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82"/>
    <p:restoredTop sz="95574"/>
  </p:normalViewPr>
  <p:slideViewPr>
    <p:cSldViewPr snapToGrid="0">
      <p:cViewPr varScale="1">
        <p:scale>
          <a:sx n="71" d="100"/>
          <a:sy n="71" d="100"/>
        </p:scale>
        <p:origin x="192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9CC22-CD60-43E6-BC1F-15DD23D3C907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9430091"/>
            <a:ext cx="6797675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FB55D-867E-456F-BE1D-A6F06658F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21985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27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96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16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98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12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43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970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28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75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20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686801" y="609600"/>
            <a:ext cx="2590800" cy="5486400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1" y="609600"/>
            <a:ext cx="7569200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316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705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0" descr="fundo_expoman.gi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0126"/>
            <a:ext cx="12192000" cy="585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3392E-2E93-444E-A16E-A096B609D670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3B17D-6FD2-4385-A233-DF01F5197B03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8192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1DD36-E5BD-4EA6-AB69-A794E9A057C3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D8E5B-FEB1-4388-97AB-3DF5CEA4A8C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212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B661D-D679-4B0D-8B47-929086E01046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B3547-A881-4579-89DF-5FFA0EFE6CD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7278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5AF5B-EF8E-487D-80E6-5882784F67F4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299F1-CAE8-4660-B916-134ADCD14974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5836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854FF-680D-4241-BDCD-D1855004E0A2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D8FC3-9A64-4756-930B-7A38D72CFDB7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4782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6AB22-2101-424F-966D-B57BF795C59D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506F-CEA8-487F-9016-5A54D5374CBD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8098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436BF-F261-4688-8131-81C6C6ACB1D7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ABB90-8334-4DD6-B86F-5116937232F0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9361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5" y="273053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AE726-44E2-47CA-9F5B-2942FB0B8FB6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08D78-EBB6-47B0-A075-524EFD9F933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188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497EA-9C66-4A59-9F1A-2C66114AE7D8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E3984-2B8A-4219-8D4E-C918695437AD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7317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B8001-6B5D-4BE8-94A4-1BA654A2C35D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9F711-08FC-4903-AE9E-10A3EC0A3841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559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34523-4615-4E2D-99A8-5854EEB110FB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93D8D-7D1A-4EFA-ACA2-12C66E6E1DA3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2267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09600" y="274641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>
          <a:xfrm>
            <a:off x="704852" y="6275388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59F4B-9CCA-4D1F-B73B-B75BF70E5C87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09909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グラフ プレースホルダ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/>
            <a:endParaRPr lang="ja-JP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83B3895-2EE8-46F5-A577-DE6EF361462C}" type="slidenum">
              <a:rPr lang="en-US" altLang="ja-JP"/>
              <a:pPr>
                <a:defRPr/>
              </a:pPr>
              <a:t>‹nº›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363504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99371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3D1E4-44C4-4618-8A57-89FB79FE8FF1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E1933-1993-4488-9C46-7C06B0C95A2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4188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8F444-856E-4C23-ADB5-37B52F0E66FC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607B-4006-49B0-B4FE-E5A6359A6D60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55127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BC05E-7D43-464C-BEB0-C37EEAE412B4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19578-E343-4ECA-8504-96D5546D6B3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68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6"/>
            <a:ext cx="12192000" cy="86900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37CB4F71-ECB9-13C8-DAF3-FC734D67C3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 l="82803" b="92610"/>
          <a:stretch/>
        </p:blipFill>
        <p:spPr>
          <a:xfrm>
            <a:off x="9466218" y="23338"/>
            <a:ext cx="2731186" cy="849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042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m 6" descr="fundo_expoman.gif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1219200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8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CAB91D3-9057-4B0B-A174-50BCECCE267F}" type="datetimeFigureOut">
              <a:rPr lang="pt-BR"/>
              <a:pPr>
                <a:defRPr/>
              </a:pPr>
              <a:t>12/03/2026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C4566E-8510-4D9A-9FA6-2B41B903F698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2DC310-AE1D-A8BE-CD71-A43602E10D5D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76"/>
            <a:ext cx="12192000" cy="869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B7E1A41-F648-CA06-3051-E5B9DC19CFD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 l="82803" b="92610"/>
          <a:stretch/>
        </p:blipFill>
        <p:spPr>
          <a:xfrm>
            <a:off x="9466218" y="23338"/>
            <a:ext cx="2731186" cy="849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4145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D4E0-8140-C891-51D4-C7F922C7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87F34AF-FEA5-3C69-C1DB-8F29D709477B}"/>
              </a:ext>
            </a:extLst>
          </p:cNvPr>
          <p:cNvSpPr txBox="1"/>
          <p:nvPr/>
        </p:nvSpPr>
        <p:spPr>
          <a:xfrm>
            <a:off x="2050586" y="235020"/>
            <a:ext cx="6830097" cy="226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37146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 FASE – </a:t>
            </a: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IMPLANTAÇÕES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AUDITORIAS 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FD7C942-152D-80BF-9417-A86BBC0E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803" b="92610"/>
          <a:stretch/>
        </p:blipFill>
        <p:spPr>
          <a:xfrm>
            <a:off x="9466218" y="13063"/>
            <a:ext cx="2731186" cy="849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Seta: para a Direita 15">
            <a:extLst>
              <a:ext uri="{FF2B5EF4-FFF2-40B4-BE49-F238E27FC236}">
                <a16:creationId xmlns:a16="http://schemas.microsoft.com/office/drawing/2014/main" id="{7DCACF0C-5777-0C24-3B6D-26FCFC3E7788}"/>
              </a:ext>
            </a:extLst>
          </p:cNvPr>
          <p:cNvSpPr/>
          <p:nvPr/>
        </p:nvSpPr>
        <p:spPr>
          <a:xfrm>
            <a:off x="-1" y="713019"/>
            <a:ext cx="12192001" cy="577619"/>
          </a:xfrm>
          <a:prstGeom prst="rightArrow">
            <a:avLst/>
          </a:prstGeom>
          <a:solidFill>
            <a:srgbClr val="E1871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42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6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F3531F4-ED75-FC38-69F7-42A414E65465}"/>
              </a:ext>
            </a:extLst>
          </p:cNvPr>
          <p:cNvSpPr txBox="1"/>
          <p:nvPr/>
        </p:nvSpPr>
        <p:spPr>
          <a:xfrm>
            <a:off x="3096517" y="833886"/>
            <a:ext cx="4768848" cy="2665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37146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Fase – Implantação  (Auditorias)  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28464301-C09E-EAF5-265C-59E1C255E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2215"/>
            <a:ext cx="11394428" cy="5832722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552C7D8F-645F-3067-FF1D-5DFDECF4081C}"/>
              </a:ext>
            </a:extLst>
          </p:cNvPr>
          <p:cNvSpPr/>
          <p:nvPr/>
        </p:nvSpPr>
        <p:spPr bwMode="auto">
          <a:xfrm>
            <a:off x="3871913" y="2314575"/>
            <a:ext cx="1943100" cy="785813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2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C82A-12D3-CAF2-2421-34C47FE9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AE730E10-3D69-91EC-F052-1F01E3B9B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803" b="92610"/>
          <a:stretch/>
        </p:blipFill>
        <p:spPr>
          <a:xfrm>
            <a:off x="9466218" y="13063"/>
            <a:ext cx="2731186" cy="849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D4D8C51D-3333-F56D-8362-497B013E943B}"/>
              </a:ext>
            </a:extLst>
          </p:cNvPr>
          <p:cNvSpPr txBox="1"/>
          <p:nvPr/>
        </p:nvSpPr>
        <p:spPr>
          <a:xfrm>
            <a:off x="3619389" y="204953"/>
            <a:ext cx="3629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ESTRURA – MANUTENÇÃO </a:t>
            </a:r>
          </a:p>
        </p:txBody>
      </p:sp>
      <p:sp>
        <p:nvSpPr>
          <p:cNvPr id="17" name="Seta: para a Direita 15">
            <a:extLst>
              <a:ext uri="{FF2B5EF4-FFF2-40B4-BE49-F238E27FC236}">
                <a16:creationId xmlns:a16="http://schemas.microsoft.com/office/drawing/2014/main" id="{166D8A08-9562-C778-F4C4-0560594FABDE}"/>
              </a:ext>
            </a:extLst>
          </p:cNvPr>
          <p:cNvSpPr/>
          <p:nvPr/>
        </p:nvSpPr>
        <p:spPr>
          <a:xfrm>
            <a:off x="-1" y="713019"/>
            <a:ext cx="12192001" cy="577619"/>
          </a:xfrm>
          <a:prstGeom prst="rightArrow">
            <a:avLst/>
          </a:prstGeom>
          <a:solidFill>
            <a:srgbClr val="E1871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429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6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12707E-9390-7FA1-D918-99B1D9F26503}"/>
              </a:ext>
            </a:extLst>
          </p:cNvPr>
          <p:cNvSpPr txBox="1"/>
          <p:nvPr/>
        </p:nvSpPr>
        <p:spPr>
          <a:xfrm>
            <a:off x="3096517" y="833886"/>
            <a:ext cx="4768848" cy="2665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37146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Fase – Implantação  (Auditorias) 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868E7CD-6A82-9525-63F7-F3CC6549D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0831"/>
            <a:ext cx="11458088" cy="58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8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41">
            <a:extLst>
              <a:ext uri="{FF2B5EF4-FFF2-40B4-BE49-F238E27FC236}">
                <a16:creationId xmlns:a16="http://schemas.microsoft.com/office/drawing/2014/main" id="{77594BB3-DB52-5346-106F-E2C27C669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183" y="207820"/>
            <a:ext cx="4776214" cy="43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2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90204" pitchFamily="34" charset="0"/>
                <a:ea typeface="+mn-ea"/>
                <a:cs typeface="Arial" panose="020B0604020202020204" pitchFamily="34" charset="0"/>
              </a:rPr>
              <a:t>TIME- PROJETO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B2D0D2-E2A2-0A98-C1DB-42C8C2079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25" y="952963"/>
            <a:ext cx="8465174" cy="59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5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>
            <a:extLst>
              <a:ext uri="{FF2B5EF4-FFF2-40B4-BE49-F238E27FC236}">
                <a16:creationId xmlns:a16="http://schemas.microsoft.com/office/drawing/2014/main" id="{00D02A1E-C9CD-262F-CB55-6D0EACE9A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453" y="233011"/>
            <a:ext cx="7973158" cy="32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4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itchFamily="34" charset="0"/>
                <a:ea typeface="+mn-ea"/>
                <a:cs typeface="Arial" pitchFamily="34" charset="0"/>
              </a:rPr>
              <a:t>CRONOGRAMA / ATIVIDADES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9ED39D-4DB8-FA7E-F66D-B1030C04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53" y="960142"/>
            <a:ext cx="9083728" cy="5897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511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B5B5E78-ED2C-1FE9-34E5-D52C94EC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887610"/>
            <a:ext cx="8915399" cy="553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046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Tema do Office">
  <a:themeElements>
    <a:clrScheme name="Fundição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608651257EE642A0E215B709A183E2" ma:contentTypeVersion="10" ma:contentTypeDescription="Create a new document." ma:contentTypeScope="" ma:versionID="af47209733c856fcbd784d8135382fd8">
  <xsd:schema xmlns:xsd="http://www.w3.org/2001/XMLSchema" xmlns:xs="http://www.w3.org/2001/XMLSchema" xmlns:p="http://schemas.microsoft.com/office/2006/metadata/properties" xmlns:ns2="610d7570-84f7-4b8d-a447-5b4a72ef742d" targetNamespace="http://schemas.microsoft.com/office/2006/metadata/properties" ma:root="true" ma:fieldsID="725cd6b4b06c53009a2c00aec9960a25" ns2:_="">
    <xsd:import namespace="610d7570-84f7-4b8d-a447-5b4a72ef7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0d7570-84f7-4b8d-a447-5b4a72ef74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d8d8cb3-13e6-4a9b-b8ca-c05e8e45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0d7570-84f7-4b8d-a447-5b4a72ef742d">
      <Terms xmlns="http://schemas.microsoft.com/office/infopath/2007/PartnerControls"/>
    </lcf76f155ced4ddcb4097134ff3c332f>
  </documentManagement>
</p:properties>
</file>

<file path=customXml/item4.xml><?xml version="1.0" encoding="utf-8"?>
<sisl xmlns:xsi="http://www.w3.org/2001/XMLSchema-instance" xmlns:xsd="http://www.w3.org/2001/XMLSchema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5F40F331-7B9A-4C9C-B7D9-841BECD78FE0}">
  <ds:schemaRefs>
    <ds:schemaRef ds:uri="610d7570-84f7-4b8d-a447-5b4a72ef74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1B298F-0888-4562-B1C8-2E5510F507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0447B9-6A74-400B-B96D-9E2548686330}">
  <ds:schemaRefs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610d7570-84f7-4b8d-a447-5b4a72ef742d"/>
  </ds:schemaRefs>
</ds:datastoreItem>
</file>

<file path=customXml/itemProps4.xml><?xml version="1.0" encoding="utf-8"?>
<ds:datastoreItem xmlns:ds="http://schemas.openxmlformats.org/officeDocument/2006/customXml" ds:itemID="{7B3D3937-2AF5-4058-B7A9-A4F9F8DB6610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29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Arial</vt:lpstr>
      <vt:lpstr>Arial Black</vt:lpstr>
      <vt:lpstr>Calibri</vt:lpstr>
      <vt:lpstr>Times New Roman</vt:lpstr>
      <vt:lpstr>Estrutura padrão</vt:lpstr>
      <vt:lpstr>3_Tema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Yamaha Motors do Brasil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 Reis</dc:creator>
  <cp:lastModifiedBy>Marcos</cp:lastModifiedBy>
  <cp:revision>58</cp:revision>
  <cp:lastPrinted>2026-03-07T16:10:46Z</cp:lastPrinted>
  <dcterms:created xsi:type="dcterms:W3CDTF">2024-06-25T12:19:50Z</dcterms:created>
  <dcterms:modified xsi:type="dcterms:W3CDTF">2026-03-12T14:27:40Z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1f0d9ebc-a7f7-4bdc-a29a-969ef569c0ab</vt:lpwstr>
  </property>
  <property fmtid="{D5CDD505-2E9C-101B-9397-08002B2CF9AE}" pid="3" name="bjClsUserRVM">
    <vt:lpwstr>[]</vt:lpwstr>
  </property>
  <property fmtid="{D5CDD505-2E9C-101B-9397-08002B2CF9AE}" pid="4" name="bjSaver">
    <vt:lpwstr>cfBfHqIk6w0iC2ZtAU3OwxUms4X/lvxo</vt:lpwstr>
  </property>
  <property fmtid="{D5CDD505-2E9C-101B-9397-08002B2CF9AE}" pid="5" name="bjDocumentLabelXML">
    <vt:lpwstr>&lt;?xml version="1.0" encoding="us-ascii"?&gt;&lt;sisl xmlns:xsi="http://www.w3.org/2001/XMLSchema-instance" xmlns:xsd="http://www.w3.org/2001/XMLSchema" sislVersion="0" policy="06b056e2-7ddb-4f31-a510-f19fdcc3f692" origin="userSelected" xmlns="http://www.boldonj</vt:lpwstr>
  </property>
  <property fmtid="{D5CDD505-2E9C-101B-9397-08002B2CF9AE}" pid="6" name="bjDocumentLabelXML-0">
    <vt:lpwstr>ames.com/2008/01/sie/internal/label"&gt;&lt;element uid="id_classification_nonbusiness" value="" /&gt;&lt;/sisl&gt;</vt:lpwstr>
  </property>
  <property fmtid="{D5CDD505-2E9C-101B-9397-08002B2CF9AE}" pid="7" name="bjDocumentSecurityLabel">
    <vt:lpwstr>NÃO CLASSIFICADA</vt:lpwstr>
  </property>
  <property fmtid="{D5CDD505-2E9C-101B-9397-08002B2CF9AE}" pid="8" name="ContentTypeId">
    <vt:lpwstr>0x01010023608651257EE642A0E215B709A183E2</vt:lpwstr>
  </property>
  <property fmtid="{D5CDD505-2E9C-101B-9397-08002B2CF9AE}" pid="9" name="MediaServiceImageTags">
    <vt:lpwstr/>
  </property>
</Properties>
</file>