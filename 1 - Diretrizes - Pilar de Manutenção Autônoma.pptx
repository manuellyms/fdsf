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10"/>
  </p:notesMasterIdLst>
  <p:handoutMasterIdLst>
    <p:handoutMasterId r:id="rId11"/>
  </p:handoutMasterIdLst>
  <p:sldIdLst>
    <p:sldId id="354" r:id="rId6"/>
    <p:sldId id="355" r:id="rId7"/>
    <p:sldId id="356" r:id="rId8"/>
    <p:sldId id="357" r:id="rId9"/>
  </p:sldIdLst>
  <p:sldSz cx="24384000" cy="13716000"/>
  <p:notesSz cx="6797675" cy="9928225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43D0"/>
    <a:srgbClr val="F2F2F2"/>
    <a:srgbClr val="3C7D22"/>
    <a:srgbClr val="3B7D23"/>
    <a:srgbClr val="FFFFFF"/>
    <a:srgbClr val="0000FF"/>
    <a:srgbClr val="828282"/>
    <a:srgbClr val="1E35A6"/>
    <a:srgbClr val="0066CC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9B0DFA-7633-4BD5-87FA-6CE2F34202D3}" v="865" dt="2026-03-11T19:19:17.02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0" d="100"/>
          <a:sy n="30" d="100"/>
        </p:scale>
        <p:origin x="884" y="20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elly Dos Santos Morais" userId="S::pg11061@globalymc.com::6e0e8381-f971-4d88-aaec-adf2743239c4" providerId="AD" clId="Web-{A2BAE493-4EF1-AC5B-11D8-81A206B44277}"/>
    <pc:docChg chg="modSld">
      <pc:chgData name="Manuelly Dos Santos Morais" userId="S::pg11061@globalymc.com::6e0e8381-f971-4d88-aaec-adf2743239c4" providerId="AD" clId="Web-{A2BAE493-4EF1-AC5B-11D8-81A206B44277}" dt="2026-01-26T11:50:43.605" v="38"/>
      <pc:docMkLst>
        <pc:docMk/>
      </pc:docMkLst>
      <pc:sldChg chg="modSp">
        <pc:chgData name="Manuelly Dos Santos Morais" userId="S::pg11061@globalymc.com::6e0e8381-f971-4d88-aaec-adf2743239c4" providerId="AD" clId="Web-{A2BAE493-4EF1-AC5B-11D8-81A206B44277}" dt="2026-01-26T11:39:17.593" v="29"/>
        <pc:sldMkLst>
          <pc:docMk/>
          <pc:sldMk cId="1777858495" sldId="355"/>
        </pc:sldMkLst>
        <pc:graphicFrameChg chg="mod modGraphic">
          <ac:chgData name="Manuelly Dos Santos Morais" userId="S::pg11061@globalymc.com::6e0e8381-f971-4d88-aaec-adf2743239c4" providerId="AD" clId="Web-{A2BAE493-4EF1-AC5B-11D8-81A206B44277}" dt="2026-01-26T11:39:17.593" v="29"/>
          <ac:graphicFrameMkLst>
            <pc:docMk/>
            <pc:sldMk cId="1777858495" sldId="355"/>
            <ac:graphicFrameMk id="8" creationId="{AC300771-22EA-401D-C8D5-D3ECD01D878C}"/>
          </ac:graphicFrameMkLst>
        </pc:graphicFrameChg>
        <pc:graphicFrameChg chg="mod modGraphic">
          <ac:chgData name="Manuelly Dos Santos Morais" userId="S::pg11061@globalymc.com::6e0e8381-f971-4d88-aaec-adf2743239c4" providerId="AD" clId="Web-{A2BAE493-4EF1-AC5B-11D8-81A206B44277}" dt="2026-01-26T11:36:27.411" v="1"/>
          <ac:graphicFrameMkLst>
            <pc:docMk/>
            <pc:sldMk cId="1777858495" sldId="355"/>
            <ac:graphicFrameMk id="10" creationId="{8B9ED7FC-1AFE-5F2B-4C52-6D7483B5EAF6}"/>
          </ac:graphicFrameMkLst>
        </pc:graphicFrameChg>
        <pc:graphicFrameChg chg="mod modGraphic">
          <ac:chgData name="Manuelly Dos Santos Morais" userId="S::pg11061@globalymc.com::6e0e8381-f971-4d88-aaec-adf2743239c4" providerId="AD" clId="Web-{A2BAE493-4EF1-AC5B-11D8-81A206B44277}" dt="2026-01-26T11:36:33.099" v="5"/>
          <ac:graphicFrameMkLst>
            <pc:docMk/>
            <pc:sldMk cId="1777858495" sldId="355"/>
            <ac:graphicFrameMk id="364" creationId="{45DC6066-FC5B-8859-8327-02D64C27A485}"/>
          </ac:graphicFrameMkLst>
        </pc:graphicFrameChg>
      </pc:sldChg>
      <pc:sldChg chg="modSp">
        <pc:chgData name="Manuelly Dos Santos Morais" userId="S::pg11061@globalymc.com::6e0e8381-f971-4d88-aaec-adf2743239c4" providerId="AD" clId="Web-{A2BAE493-4EF1-AC5B-11D8-81A206B44277}" dt="2026-01-26T11:40:30.158" v="31" actId="20577"/>
        <pc:sldMkLst>
          <pc:docMk/>
          <pc:sldMk cId="3215077892" sldId="356"/>
        </pc:sldMkLst>
        <pc:spChg chg="mod">
          <ac:chgData name="Manuelly Dos Santos Morais" userId="S::pg11061@globalymc.com::6e0e8381-f971-4d88-aaec-adf2743239c4" providerId="AD" clId="Web-{A2BAE493-4EF1-AC5B-11D8-81A206B44277}" dt="2026-01-26T11:40:30.158" v="31" actId="20577"/>
          <ac:spMkLst>
            <pc:docMk/>
            <pc:sldMk cId="3215077892" sldId="356"/>
            <ac:spMk id="19" creationId="{FA7E6901-AE9B-8B1D-8986-B5A258A5B8F6}"/>
          </ac:spMkLst>
        </pc:spChg>
      </pc:sldChg>
      <pc:sldChg chg="modSp">
        <pc:chgData name="Manuelly Dos Santos Morais" userId="S::pg11061@globalymc.com::6e0e8381-f971-4d88-aaec-adf2743239c4" providerId="AD" clId="Web-{A2BAE493-4EF1-AC5B-11D8-81A206B44277}" dt="2026-01-26T11:50:43.605" v="38"/>
        <pc:sldMkLst>
          <pc:docMk/>
          <pc:sldMk cId="3799638715" sldId="357"/>
        </pc:sldMkLst>
        <pc:graphicFrameChg chg="mod modGraphic">
          <ac:chgData name="Manuelly Dos Santos Morais" userId="S::pg11061@globalymc.com::6e0e8381-f971-4d88-aaec-adf2743239c4" providerId="AD" clId="Web-{A2BAE493-4EF1-AC5B-11D8-81A206B44277}" dt="2026-01-26T11:50:43.605" v="38"/>
          <ac:graphicFrameMkLst>
            <pc:docMk/>
            <pc:sldMk cId="3799638715" sldId="357"/>
            <ac:graphicFrameMk id="346" creationId="{CC3BA2AD-D115-7D03-1C6B-6B0FAA1802BD}"/>
          </ac:graphicFrameMkLst>
        </pc:graphicFrameChg>
      </pc:sldChg>
    </pc:docChg>
  </pc:docChgLst>
  <pc:docChgLst>
    <pc:chgData name="Matheus Batista De Souza" userId="af30ca72-9532-4a07-92be-e6a0963f2375" providerId="ADAL" clId="{0F9B0DFA-7633-4BD5-87FA-6CE2F34202D3}"/>
    <pc:docChg chg="undo custSel addSld delSld modSld modHandout">
      <pc:chgData name="Matheus Batista De Souza" userId="af30ca72-9532-4a07-92be-e6a0963f2375" providerId="ADAL" clId="{0F9B0DFA-7633-4BD5-87FA-6CE2F34202D3}" dt="2026-03-11T19:19:17.021" v="31817" actId="948"/>
      <pc:docMkLst>
        <pc:docMk/>
      </pc:docMkLst>
      <pc:sldChg chg="addSp delSp modSp mod">
        <pc:chgData name="Matheus Batista De Souza" userId="af30ca72-9532-4a07-92be-e6a0963f2375" providerId="ADAL" clId="{0F9B0DFA-7633-4BD5-87FA-6CE2F34202D3}" dt="2026-03-11T19:19:16.991" v="31781" actId="948"/>
        <pc:sldMkLst>
          <pc:docMk/>
          <pc:sldMk cId="3540015366" sldId="354"/>
        </pc:sldMkLst>
        <pc:spChg chg="add del mod">
          <ac:chgData name="Matheus Batista De Souza" userId="af30ca72-9532-4a07-92be-e6a0963f2375" providerId="ADAL" clId="{0F9B0DFA-7633-4BD5-87FA-6CE2F34202D3}" dt="2026-03-11T19:17:52.214" v="31460"/>
          <ac:spMkLst>
            <pc:docMk/>
            <pc:sldMk cId="3540015366" sldId="354"/>
            <ac:spMk id="2" creationId="{12054DCF-EA01-292D-5019-0DE9295C949E}"/>
          </ac:spMkLst>
        </pc:spChg>
        <pc:spChg chg="add del mod">
          <ac:chgData name="Matheus Batista De Souza" userId="af30ca72-9532-4a07-92be-e6a0963f2375" providerId="ADAL" clId="{0F9B0DFA-7633-4BD5-87FA-6CE2F34202D3}" dt="2026-03-11T19:18:01.422" v="31512"/>
          <ac:spMkLst>
            <pc:docMk/>
            <pc:sldMk cId="3540015366" sldId="354"/>
            <ac:spMk id="5" creationId="{4BCE7B89-3F66-E83E-5D74-8FF516E3B304}"/>
          </ac:spMkLst>
        </pc:spChg>
        <pc:spChg chg="mod">
          <ac:chgData name="Matheus Batista De Souza" userId="af30ca72-9532-4a07-92be-e6a0963f2375" providerId="ADAL" clId="{0F9B0DFA-7633-4BD5-87FA-6CE2F34202D3}" dt="2026-01-22T21:21:01.294" v="88" actId="121"/>
          <ac:spMkLst>
            <pc:docMk/>
            <pc:sldMk cId="3540015366" sldId="354"/>
            <ac:spMk id="6" creationId="{6CFB9B77-A7EC-EAD1-7A5D-5C17F828F946}"/>
          </ac:spMkLst>
        </pc:spChg>
        <pc:spChg chg="add del mod">
          <ac:chgData name="Matheus Batista De Souza" userId="af30ca72-9532-4a07-92be-e6a0963f2375" providerId="ADAL" clId="{0F9B0DFA-7633-4BD5-87FA-6CE2F34202D3}" dt="2026-03-11T19:18:10.432" v="31563"/>
          <ac:spMkLst>
            <pc:docMk/>
            <pc:sldMk cId="3540015366" sldId="354"/>
            <ac:spMk id="10" creationId="{740ABA6B-8811-6998-3BDE-4D19CF3543BB}"/>
          </ac:spMkLst>
        </pc:spChg>
        <pc:spChg chg="add del mod">
          <ac:chgData name="Matheus Batista De Souza" userId="af30ca72-9532-4a07-92be-e6a0963f2375" providerId="ADAL" clId="{0F9B0DFA-7633-4BD5-87FA-6CE2F34202D3}" dt="2026-03-11T19:18:19.540" v="31614"/>
          <ac:spMkLst>
            <pc:docMk/>
            <pc:sldMk cId="3540015366" sldId="354"/>
            <ac:spMk id="11" creationId="{25784895-F744-9D61-A1AB-A8B2351AC2CF}"/>
          </ac:spMkLst>
        </pc:spChg>
        <pc:spChg chg="add del mod">
          <ac:chgData name="Matheus Batista De Souza" userId="af30ca72-9532-4a07-92be-e6a0963f2375" providerId="ADAL" clId="{0F9B0DFA-7633-4BD5-87FA-6CE2F34202D3}" dt="2026-03-11T19:18:28.925" v="31665"/>
          <ac:spMkLst>
            <pc:docMk/>
            <pc:sldMk cId="3540015366" sldId="354"/>
            <ac:spMk id="12" creationId="{EB2EFBA5-EECE-FB06-5FBC-EC4C4EDBA010}"/>
          </ac:spMkLst>
        </pc:spChg>
        <pc:spChg chg="add del mod">
          <ac:chgData name="Matheus Batista De Souza" userId="af30ca72-9532-4a07-92be-e6a0963f2375" providerId="ADAL" clId="{0F9B0DFA-7633-4BD5-87FA-6CE2F34202D3}" dt="2026-03-11T19:18:37.959" v="31719"/>
          <ac:spMkLst>
            <pc:docMk/>
            <pc:sldMk cId="3540015366" sldId="354"/>
            <ac:spMk id="13" creationId="{E0DA2024-64AB-9560-C38B-93095F180819}"/>
          </ac:spMkLst>
        </pc:spChg>
        <pc:spChg chg="add del mod">
          <ac:chgData name="Matheus Batista De Souza" userId="af30ca72-9532-4a07-92be-e6a0963f2375" providerId="ADAL" clId="{0F9B0DFA-7633-4BD5-87FA-6CE2F34202D3}" dt="2026-03-11T19:19:16.991" v="31771"/>
          <ac:spMkLst>
            <pc:docMk/>
            <pc:sldMk cId="3540015366" sldId="354"/>
            <ac:spMk id="14" creationId="{62CFBAEC-3AEE-45C0-2E9B-2EBC71F45D20}"/>
          </ac:spMkLst>
        </pc:spChg>
        <pc:spChg chg="add mod">
          <ac:chgData name="Matheus Batista De Souza" userId="af30ca72-9532-4a07-92be-e6a0963f2375" providerId="ADAL" clId="{0F9B0DFA-7633-4BD5-87FA-6CE2F34202D3}" dt="2026-03-11T19:19:16.991" v="31781" actId="948"/>
          <ac:spMkLst>
            <pc:docMk/>
            <pc:sldMk cId="3540015366" sldId="354"/>
            <ac:spMk id="15" creationId="{C5661863-0855-5968-DFE3-8316B4B11331}"/>
          </ac:spMkLst>
        </pc:spChg>
        <pc:spChg chg="add del mod">
          <ac:chgData name="Matheus Batista De Souza" userId="af30ca72-9532-4a07-92be-e6a0963f2375" providerId="ADAL" clId="{0F9B0DFA-7633-4BD5-87FA-6CE2F34202D3}" dt="2026-03-11T16:58:11.299" v="31381"/>
          <ac:spMkLst>
            <pc:docMk/>
            <pc:sldMk cId="3540015366" sldId="354"/>
            <ac:spMk id="25" creationId="{912EA8A8-2B89-5592-5193-BE0A7648C8F2}"/>
          </ac:spMkLst>
        </pc:spChg>
      </pc:sldChg>
      <pc:sldChg chg="addSp delSp modSp mod modNotesTx">
        <pc:chgData name="Matheus Batista De Souza" userId="af30ca72-9532-4a07-92be-e6a0963f2375" providerId="ADAL" clId="{0F9B0DFA-7633-4BD5-87FA-6CE2F34202D3}" dt="2026-03-11T19:19:17.005" v="31793" actId="948"/>
        <pc:sldMkLst>
          <pc:docMk/>
          <pc:sldMk cId="1777858495" sldId="355"/>
        </pc:sldMkLst>
        <pc:spChg chg="add del mod">
          <ac:chgData name="Matheus Batista De Souza" userId="af30ca72-9532-4a07-92be-e6a0963f2375" providerId="ADAL" clId="{0F9B0DFA-7633-4BD5-87FA-6CE2F34202D3}" dt="2026-03-11T19:17:52.233" v="31472"/>
          <ac:spMkLst>
            <pc:docMk/>
            <pc:sldMk cId="1777858495" sldId="355"/>
            <ac:spMk id="2" creationId="{476DBBB8-68C3-E95F-F370-FC7639987458}"/>
          </ac:spMkLst>
        </pc:spChg>
        <pc:spChg chg="add del mod">
          <ac:chgData name="Matheus Batista De Souza" userId="af30ca72-9532-4a07-92be-e6a0963f2375" providerId="ADAL" clId="{0F9B0DFA-7633-4BD5-87FA-6CE2F34202D3}" dt="2026-03-11T19:18:01.438" v="31524"/>
          <ac:spMkLst>
            <pc:docMk/>
            <pc:sldMk cId="1777858495" sldId="355"/>
            <ac:spMk id="4" creationId="{BC8E423D-3A82-D7BC-15F5-8C26C7F88119}"/>
          </ac:spMkLst>
        </pc:spChg>
        <pc:spChg chg="add del mod">
          <ac:chgData name="Matheus Batista De Souza" userId="af30ca72-9532-4a07-92be-e6a0963f2375" providerId="ADAL" clId="{0F9B0DFA-7633-4BD5-87FA-6CE2F34202D3}" dt="2026-03-11T19:18:10.448" v="31575"/>
          <ac:spMkLst>
            <pc:docMk/>
            <pc:sldMk cId="1777858495" sldId="355"/>
            <ac:spMk id="9" creationId="{470334E3-59C7-3A6A-2519-93628171E918}"/>
          </ac:spMkLst>
        </pc:spChg>
        <pc:spChg chg="mod">
          <ac:chgData name="Matheus Batista De Souza" userId="af30ca72-9532-4a07-92be-e6a0963f2375" providerId="ADAL" clId="{0F9B0DFA-7633-4BD5-87FA-6CE2F34202D3}" dt="2026-01-23T14:07:22.461" v="3657" actId="20577"/>
          <ac:spMkLst>
            <pc:docMk/>
            <pc:sldMk cId="1777858495" sldId="355"/>
            <ac:spMk id="11" creationId="{1B20DE6C-2141-B975-A00E-691DBF5BB321}"/>
          </ac:spMkLst>
        </pc:spChg>
        <pc:spChg chg="mod">
          <ac:chgData name="Matheus Batista De Souza" userId="af30ca72-9532-4a07-92be-e6a0963f2375" providerId="ADAL" clId="{0F9B0DFA-7633-4BD5-87FA-6CE2F34202D3}" dt="2026-02-26T17:31:57.935" v="31212" actId="207"/>
          <ac:spMkLst>
            <pc:docMk/>
            <pc:sldMk cId="1777858495" sldId="355"/>
            <ac:spMk id="12" creationId="{400AD1C9-FB72-0088-4C13-EF1702F898BF}"/>
          </ac:spMkLst>
        </pc:spChg>
        <pc:spChg chg="mod">
          <ac:chgData name="Matheus Batista De Souza" userId="af30ca72-9532-4a07-92be-e6a0963f2375" providerId="ADAL" clId="{0F9B0DFA-7633-4BD5-87FA-6CE2F34202D3}" dt="2026-02-26T17:32:01.941" v="31262" actId="208"/>
          <ac:spMkLst>
            <pc:docMk/>
            <pc:sldMk cId="1777858495" sldId="355"/>
            <ac:spMk id="13" creationId="{A4F6BAA5-0458-F8C8-C097-D0950BD2EEE2}"/>
          </ac:spMkLst>
        </pc:spChg>
        <pc:spChg chg="add del mod">
          <ac:chgData name="Matheus Batista De Souza" userId="af30ca72-9532-4a07-92be-e6a0963f2375" providerId="ADAL" clId="{0F9B0DFA-7633-4BD5-87FA-6CE2F34202D3}" dt="2026-03-11T19:18:19.553" v="31626"/>
          <ac:spMkLst>
            <pc:docMk/>
            <pc:sldMk cId="1777858495" sldId="355"/>
            <ac:spMk id="16" creationId="{AEA6A4CE-47C8-86A5-CAEA-8EA0C3E4984E}"/>
          </ac:spMkLst>
        </pc:spChg>
        <pc:spChg chg="add del mod">
          <ac:chgData name="Matheus Batista De Souza" userId="af30ca72-9532-4a07-92be-e6a0963f2375" providerId="ADAL" clId="{0F9B0DFA-7633-4BD5-87FA-6CE2F34202D3}" dt="2026-03-11T19:18:28.939" v="31677"/>
          <ac:spMkLst>
            <pc:docMk/>
            <pc:sldMk cId="1777858495" sldId="355"/>
            <ac:spMk id="18" creationId="{408EE839-6591-5094-B870-627A6CB59058}"/>
          </ac:spMkLst>
        </pc:spChg>
        <pc:spChg chg="add del mod">
          <ac:chgData name="Matheus Batista De Souza" userId="af30ca72-9532-4a07-92be-e6a0963f2375" providerId="ADAL" clId="{0F9B0DFA-7633-4BD5-87FA-6CE2F34202D3}" dt="2026-03-11T19:18:37.959" v="31731"/>
          <ac:spMkLst>
            <pc:docMk/>
            <pc:sldMk cId="1777858495" sldId="355"/>
            <ac:spMk id="19" creationId="{0B6804A5-3308-BDE2-8811-2B740043D5A1}"/>
          </ac:spMkLst>
        </pc:spChg>
        <pc:spChg chg="add del mod">
          <ac:chgData name="Matheus Batista De Souza" userId="af30ca72-9532-4a07-92be-e6a0963f2375" providerId="ADAL" clId="{0F9B0DFA-7633-4BD5-87FA-6CE2F34202D3}" dt="2026-03-11T19:19:17.005" v="31783"/>
          <ac:spMkLst>
            <pc:docMk/>
            <pc:sldMk cId="1777858495" sldId="355"/>
            <ac:spMk id="20" creationId="{68DED8B1-E5F8-A891-DDCE-04275CAF5F4A}"/>
          </ac:spMkLst>
        </pc:spChg>
        <pc:spChg chg="add mod">
          <ac:chgData name="Matheus Batista De Souza" userId="af30ca72-9532-4a07-92be-e6a0963f2375" providerId="ADAL" clId="{0F9B0DFA-7633-4BD5-87FA-6CE2F34202D3}" dt="2026-03-11T19:19:17.005" v="31793" actId="948"/>
          <ac:spMkLst>
            <pc:docMk/>
            <pc:sldMk cId="1777858495" sldId="355"/>
            <ac:spMk id="21" creationId="{4ED9945E-A1AC-7E9E-3AD0-245EBDCA9602}"/>
          </ac:spMkLst>
        </pc:spChg>
        <pc:spChg chg="add del mod">
          <ac:chgData name="Matheus Batista De Souza" userId="af30ca72-9532-4a07-92be-e6a0963f2375" providerId="ADAL" clId="{0F9B0DFA-7633-4BD5-87FA-6CE2F34202D3}" dt="2026-03-11T16:58:11.323" v="31393"/>
          <ac:spMkLst>
            <pc:docMk/>
            <pc:sldMk cId="1777858495" sldId="355"/>
            <ac:spMk id="25" creationId="{CBEDBF00-453F-ACD6-976E-38181BF66D2B}"/>
          </ac:spMkLst>
        </pc:spChg>
        <pc:spChg chg="mod">
          <ac:chgData name="Matheus Batista De Souza" userId="af30ca72-9532-4a07-92be-e6a0963f2375" providerId="ADAL" clId="{0F9B0DFA-7633-4BD5-87FA-6CE2F34202D3}" dt="2026-01-23T14:11:26.831" v="3891" actId="14100"/>
          <ac:spMkLst>
            <pc:docMk/>
            <pc:sldMk cId="1777858495" sldId="355"/>
            <ac:spMk id="37" creationId="{F7640763-302B-FE78-501D-A68EED74CA93}"/>
          </ac:spMkLst>
        </pc:spChg>
        <pc:spChg chg="mod">
          <ac:chgData name="Matheus Batista De Souza" userId="af30ca72-9532-4a07-92be-e6a0963f2375" providerId="ADAL" clId="{0F9B0DFA-7633-4BD5-87FA-6CE2F34202D3}" dt="2026-01-23T14:40:11.874" v="6087" actId="1076"/>
          <ac:spMkLst>
            <pc:docMk/>
            <pc:sldMk cId="1777858495" sldId="355"/>
            <ac:spMk id="370" creationId="{3044DE5C-D44F-F527-AC23-57863B1C532F}"/>
          </ac:spMkLst>
        </pc:spChg>
        <pc:spChg chg="mod">
          <ac:chgData name="Matheus Batista De Souza" userId="af30ca72-9532-4a07-92be-e6a0963f2375" providerId="ADAL" clId="{0F9B0DFA-7633-4BD5-87FA-6CE2F34202D3}" dt="2026-01-23T14:40:15.133" v="6088" actId="1076"/>
          <ac:spMkLst>
            <pc:docMk/>
            <pc:sldMk cId="1777858495" sldId="355"/>
            <ac:spMk id="371" creationId="{56D8C920-CF31-F490-61A3-D610F495D599}"/>
          </ac:spMkLst>
        </pc:spChg>
        <pc:spChg chg="mod">
          <ac:chgData name="Matheus Batista De Souza" userId="af30ca72-9532-4a07-92be-e6a0963f2375" providerId="ADAL" clId="{0F9B0DFA-7633-4BD5-87FA-6CE2F34202D3}" dt="2026-02-26T17:32:07.392" v="31263" actId="122"/>
          <ac:spMkLst>
            <pc:docMk/>
            <pc:sldMk cId="1777858495" sldId="355"/>
            <ac:spMk id="380" creationId="{3A6175DA-52F0-8EE2-11EC-C62F20E9DAC4}"/>
          </ac:spMkLst>
        </pc:spChg>
        <pc:spChg chg="add mod">
          <ac:chgData name="Matheus Batista De Souza" userId="af30ca72-9532-4a07-92be-e6a0963f2375" providerId="ADAL" clId="{0F9B0DFA-7633-4BD5-87FA-6CE2F34202D3}" dt="2026-01-23T14:17:05.593" v="4720" actId="14100"/>
          <ac:spMkLst>
            <pc:docMk/>
            <pc:sldMk cId="1777858495" sldId="355"/>
            <ac:spMk id="402" creationId="{14FCBE77-EAA2-2934-CA21-9D2B37D9015F}"/>
          </ac:spMkLst>
        </pc:spChg>
        <pc:graphicFrameChg chg="mod modGraphic">
          <ac:chgData name="Matheus Batista De Souza" userId="af30ca72-9532-4a07-92be-e6a0963f2375" providerId="ADAL" clId="{0F9B0DFA-7633-4BD5-87FA-6CE2F34202D3}" dt="2026-03-11T19:19:16.089" v="31768" actId="14734"/>
          <ac:graphicFrameMkLst>
            <pc:docMk/>
            <pc:sldMk cId="1777858495" sldId="355"/>
            <ac:graphicFrameMk id="8" creationId="{AC300771-22EA-401D-C8D5-D3ECD01D878C}"/>
          </ac:graphicFrameMkLst>
        </pc:graphicFrameChg>
        <pc:graphicFrameChg chg="mod modGraphic">
          <ac:chgData name="Matheus Batista De Souza" userId="af30ca72-9532-4a07-92be-e6a0963f2375" providerId="ADAL" clId="{0F9B0DFA-7633-4BD5-87FA-6CE2F34202D3}" dt="2026-01-23T14:13:08.552" v="4330"/>
          <ac:graphicFrameMkLst>
            <pc:docMk/>
            <pc:sldMk cId="1777858495" sldId="355"/>
            <ac:graphicFrameMk id="10" creationId="{8B9ED7FC-1AFE-5F2B-4C52-6D7483B5EAF6}"/>
          </ac:graphicFrameMkLst>
        </pc:graphicFrameChg>
        <pc:graphicFrameChg chg="add mod modGraphic">
          <ac:chgData name="Matheus Batista De Souza" userId="af30ca72-9532-4a07-92be-e6a0963f2375" providerId="ADAL" clId="{0F9B0DFA-7633-4BD5-87FA-6CE2F34202D3}" dt="2026-03-11T19:18:29.904" v="31716" actId="1035"/>
          <ac:graphicFrameMkLst>
            <pc:docMk/>
            <pc:sldMk cId="1777858495" sldId="355"/>
            <ac:graphicFrameMk id="364" creationId="{45DC6066-FC5B-8859-8327-02D64C27A485}"/>
          </ac:graphicFrameMkLst>
        </pc:graphicFrameChg>
        <pc:picChg chg="add mod">
          <ac:chgData name="Matheus Batista De Souza" userId="af30ca72-9532-4a07-92be-e6a0963f2375" providerId="ADAL" clId="{0F9B0DFA-7633-4BD5-87FA-6CE2F34202D3}" dt="2026-01-23T19:39:44.891" v="29288" actId="1076"/>
          <ac:picMkLst>
            <pc:docMk/>
            <pc:sldMk cId="1777858495" sldId="355"/>
            <ac:picMk id="760" creationId="{D2A94381-7841-86BF-5C37-311C9FDF022E}"/>
          </ac:picMkLst>
        </pc:picChg>
        <pc:picChg chg="add mod">
          <ac:chgData name="Matheus Batista De Souza" userId="af30ca72-9532-4a07-92be-e6a0963f2375" providerId="ADAL" clId="{0F9B0DFA-7633-4BD5-87FA-6CE2F34202D3}" dt="2026-01-23T19:39:40.964" v="29238" actId="1076"/>
          <ac:picMkLst>
            <pc:docMk/>
            <pc:sldMk cId="1777858495" sldId="355"/>
            <ac:picMk id="761" creationId="{8E90AB57-8125-F426-61B0-23985F80DAB7}"/>
          </ac:picMkLst>
        </pc:picChg>
        <pc:cxnChg chg="add mod">
          <ac:chgData name="Matheus Batista De Souza" userId="af30ca72-9532-4a07-92be-e6a0963f2375" providerId="ADAL" clId="{0F9B0DFA-7633-4BD5-87FA-6CE2F34202D3}" dt="2026-03-11T19:18:29.904" v="31716" actId="1035"/>
          <ac:cxnSpMkLst>
            <pc:docMk/>
            <pc:sldMk cId="1777858495" sldId="355"/>
            <ac:cxnSpMk id="396" creationId="{AA20D39E-803A-3DC4-5721-DF4677A819D8}"/>
          </ac:cxnSpMkLst>
        </pc:cxnChg>
      </pc:sldChg>
      <pc:sldChg chg="addSp delSp modSp add mod">
        <pc:chgData name="Matheus Batista De Souza" userId="af30ca72-9532-4a07-92be-e6a0963f2375" providerId="ADAL" clId="{0F9B0DFA-7633-4BD5-87FA-6CE2F34202D3}" dt="2026-03-11T19:19:17.005" v="31805" actId="948"/>
        <pc:sldMkLst>
          <pc:docMk/>
          <pc:sldMk cId="3215077892" sldId="356"/>
        </pc:sldMkLst>
        <pc:spChg chg="add del mod">
          <ac:chgData name="Matheus Batista De Souza" userId="af30ca72-9532-4a07-92be-e6a0963f2375" providerId="ADAL" clId="{0F9B0DFA-7633-4BD5-87FA-6CE2F34202D3}" dt="2026-03-11T19:17:52.243" v="31484"/>
          <ac:spMkLst>
            <pc:docMk/>
            <pc:sldMk cId="3215077892" sldId="356"/>
            <ac:spMk id="2" creationId="{84D6FD87-C7AB-7677-8CE2-A80143B5F227}"/>
          </ac:spMkLst>
        </pc:spChg>
        <pc:spChg chg="add del mod">
          <ac:chgData name="Matheus Batista De Souza" userId="af30ca72-9532-4a07-92be-e6a0963f2375" providerId="ADAL" clId="{0F9B0DFA-7633-4BD5-87FA-6CE2F34202D3}" dt="2026-03-11T19:18:01.438" v="31536"/>
          <ac:spMkLst>
            <pc:docMk/>
            <pc:sldMk cId="3215077892" sldId="356"/>
            <ac:spMk id="3" creationId="{4A7959D0-8643-C9D1-49BE-A60931362BE0}"/>
          </ac:spMkLst>
        </pc:spChg>
        <pc:spChg chg="add del mod">
          <ac:chgData name="Matheus Batista De Souza" userId="af30ca72-9532-4a07-92be-e6a0963f2375" providerId="ADAL" clId="{0F9B0DFA-7633-4BD5-87FA-6CE2F34202D3}" dt="2026-03-11T19:18:10.448" v="31587"/>
          <ac:spMkLst>
            <pc:docMk/>
            <pc:sldMk cId="3215077892" sldId="356"/>
            <ac:spMk id="4" creationId="{7DE3409A-5492-3F5C-E061-E21E7ECD6954}"/>
          </ac:spMkLst>
        </pc:spChg>
        <pc:spChg chg="add del mod">
          <ac:chgData name="Matheus Batista De Souza" userId="af30ca72-9532-4a07-92be-e6a0963f2375" providerId="ADAL" clId="{0F9B0DFA-7633-4BD5-87FA-6CE2F34202D3}" dt="2026-03-11T19:18:19.553" v="31638"/>
          <ac:spMkLst>
            <pc:docMk/>
            <pc:sldMk cId="3215077892" sldId="356"/>
            <ac:spMk id="5" creationId="{47184180-FD0E-B910-786F-8FEED704AF64}"/>
          </ac:spMkLst>
        </pc:spChg>
        <pc:spChg chg="add del mod ord">
          <ac:chgData name="Matheus Batista De Souza" userId="af30ca72-9532-4a07-92be-e6a0963f2375" providerId="ADAL" clId="{0F9B0DFA-7633-4BD5-87FA-6CE2F34202D3}" dt="2026-01-23T19:37:38.338" v="29031" actId="1036"/>
          <ac:spMkLst>
            <pc:docMk/>
            <pc:sldMk cId="3215077892" sldId="356"/>
            <ac:spMk id="6" creationId="{8B305ED7-8434-AC4E-6DC5-A17130D88EA3}"/>
          </ac:spMkLst>
        </pc:spChg>
        <pc:spChg chg="add del mod">
          <ac:chgData name="Matheus Batista De Souza" userId="af30ca72-9532-4a07-92be-e6a0963f2375" providerId="ADAL" clId="{0F9B0DFA-7633-4BD5-87FA-6CE2F34202D3}" dt="2026-03-11T19:18:28.954" v="31689"/>
          <ac:spMkLst>
            <pc:docMk/>
            <pc:sldMk cId="3215077892" sldId="356"/>
            <ac:spMk id="7" creationId="{5EDA6E29-F511-3C5D-0F44-2FDFB3FBFF4F}"/>
          </ac:spMkLst>
        </pc:spChg>
        <pc:spChg chg="add del mod">
          <ac:chgData name="Matheus Batista De Souza" userId="af30ca72-9532-4a07-92be-e6a0963f2375" providerId="ADAL" clId="{0F9B0DFA-7633-4BD5-87FA-6CE2F34202D3}" dt="2026-03-11T19:18:38.006" v="31743"/>
          <ac:spMkLst>
            <pc:docMk/>
            <pc:sldMk cId="3215077892" sldId="356"/>
            <ac:spMk id="8" creationId="{5B67F1B0-3BE2-92E1-85C4-BB4E782D2840}"/>
          </ac:spMkLst>
        </pc:spChg>
        <pc:spChg chg="add del mod">
          <ac:chgData name="Matheus Batista De Souza" userId="af30ca72-9532-4a07-92be-e6a0963f2375" providerId="ADAL" clId="{0F9B0DFA-7633-4BD5-87FA-6CE2F34202D3}" dt="2026-03-11T19:19:17.005" v="31795"/>
          <ac:spMkLst>
            <pc:docMk/>
            <pc:sldMk cId="3215077892" sldId="356"/>
            <ac:spMk id="9" creationId="{5DE6FFBF-4523-AFB9-239B-098C52EF7D98}"/>
          </ac:spMkLst>
        </pc:spChg>
        <pc:spChg chg="add mod">
          <ac:chgData name="Matheus Batista De Souza" userId="af30ca72-9532-4a07-92be-e6a0963f2375" providerId="ADAL" clId="{0F9B0DFA-7633-4BD5-87FA-6CE2F34202D3}" dt="2026-03-11T19:19:17.005" v="31805" actId="948"/>
          <ac:spMkLst>
            <pc:docMk/>
            <pc:sldMk cId="3215077892" sldId="356"/>
            <ac:spMk id="10" creationId="{CE42BFBC-84A6-32AB-4A81-A3AE4BEC28E7}"/>
          </ac:spMkLst>
        </pc:spChg>
        <pc:spChg chg="mod">
          <ac:chgData name="Matheus Batista De Souza" userId="af30ca72-9532-4a07-92be-e6a0963f2375" providerId="ADAL" clId="{0F9B0DFA-7633-4BD5-87FA-6CE2F34202D3}" dt="2026-02-26T17:31:38.605" v="31080" actId="207"/>
          <ac:spMkLst>
            <pc:docMk/>
            <pc:sldMk cId="3215077892" sldId="356"/>
            <ac:spMk id="12" creationId="{D1AE2C03-06AD-0C6A-F350-AE62040916C8}"/>
          </ac:spMkLst>
        </pc:spChg>
        <pc:spChg chg="add mod">
          <ac:chgData name="Matheus Batista De Souza" userId="af30ca72-9532-4a07-92be-e6a0963f2375" providerId="ADAL" clId="{0F9B0DFA-7633-4BD5-87FA-6CE2F34202D3}" dt="2026-02-05T18:26:58.831" v="29838" actId="14100"/>
          <ac:spMkLst>
            <pc:docMk/>
            <pc:sldMk cId="3215077892" sldId="356"/>
            <ac:spMk id="19" creationId="{FA7E6901-AE9B-8B1D-8986-B5A258A5B8F6}"/>
          </ac:spMkLst>
        </pc:spChg>
        <pc:spChg chg="add del mod">
          <ac:chgData name="Matheus Batista De Souza" userId="af30ca72-9532-4a07-92be-e6a0963f2375" providerId="ADAL" clId="{0F9B0DFA-7633-4BD5-87FA-6CE2F34202D3}" dt="2026-03-11T16:58:11.338" v="31405"/>
          <ac:spMkLst>
            <pc:docMk/>
            <pc:sldMk cId="3215077892" sldId="356"/>
            <ac:spMk id="22" creationId="{345DE2BA-4544-F2D5-9DC0-2712E0875DB0}"/>
          </ac:spMkLst>
        </pc:spChg>
        <pc:spChg chg="add mod">
          <ac:chgData name="Matheus Batista De Souza" userId="af30ca72-9532-4a07-92be-e6a0963f2375" providerId="ADAL" clId="{0F9B0DFA-7633-4BD5-87FA-6CE2F34202D3}" dt="2026-02-26T17:31:42.316" v="31130" actId="207"/>
          <ac:spMkLst>
            <pc:docMk/>
            <pc:sldMk cId="3215077892" sldId="356"/>
            <ac:spMk id="24" creationId="{3D4BAF29-08C8-39BF-C93F-A8A21491D8CC}"/>
          </ac:spMkLst>
        </pc:spChg>
        <pc:spChg chg="add mod">
          <ac:chgData name="Matheus Batista De Souza" userId="af30ca72-9532-4a07-92be-e6a0963f2375" providerId="ADAL" clId="{0F9B0DFA-7633-4BD5-87FA-6CE2F34202D3}" dt="2026-02-05T18:31:43.240" v="30298" actId="1076"/>
          <ac:spMkLst>
            <pc:docMk/>
            <pc:sldMk cId="3215077892" sldId="356"/>
            <ac:spMk id="28" creationId="{2B0E35F8-C7AB-F60C-C87A-852F84F4B5CE}"/>
          </ac:spMkLst>
        </pc:spChg>
        <pc:spChg chg="add mod">
          <ac:chgData name="Matheus Batista De Souza" userId="af30ca72-9532-4a07-92be-e6a0963f2375" providerId="ADAL" clId="{0F9B0DFA-7633-4BD5-87FA-6CE2F34202D3}" dt="2026-02-26T17:29:05.303" v="30980" actId="20577"/>
          <ac:spMkLst>
            <pc:docMk/>
            <pc:sldMk cId="3215077892" sldId="356"/>
            <ac:spMk id="403" creationId="{DEA5AE6B-7D25-0DB6-D51E-4DE69CB4F0E9}"/>
          </ac:spMkLst>
        </pc:spChg>
        <pc:spChg chg="add mod">
          <ac:chgData name="Matheus Batista De Souza" userId="af30ca72-9532-4a07-92be-e6a0963f2375" providerId="ADAL" clId="{0F9B0DFA-7633-4BD5-87FA-6CE2F34202D3}" dt="2026-01-23T19:37:44.339" v="29081" actId="1076"/>
          <ac:spMkLst>
            <pc:docMk/>
            <pc:sldMk cId="3215077892" sldId="356"/>
            <ac:spMk id="438" creationId="{4AAE6558-0192-A211-F84C-8E78C04E81DF}"/>
          </ac:spMkLst>
        </pc:spChg>
        <pc:picChg chg="mod">
          <ac:chgData name="Matheus Batista De Souza" userId="af30ca72-9532-4a07-92be-e6a0963f2375" providerId="ADAL" clId="{0F9B0DFA-7633-4BD5-87FA-6CE2F34202D3}" dt="2026-01-23T19:38:02.085" v="29135" actId="1076"/>
          <ac:picMkLst>
            <pc:docMk/>
            <pc:sldMk cId="3215077892" sldId="356"/>
            <ac:picMk id="376" creationId="{8D3C2B1A-FB22-C79E-A5CD-376224824852}"/>
          </ac:picMkLst>
        </pc:picChg>
      </pc:sldChg>
      <pc:sldChg chg="addSp delSp modSp add mod">
        <pc:chgData name="Matheus Batista De Souza" userId="af30ca72-9532-4a07-92be-e6a0963f2375" providerId="ADAL" clId="{0F9B0DFA-7633-4BD5-87FA-6CE2F34202D3}" dt="2026-03-11T19:19:17.021" v="31817" actId="948"/>
        <pc:sldMkLst>
          <pc:docMk/>
          <pc:sldMk cId="3799638715" sldId="357"/>
        </pc:sldMkLst>
        <pc:spChg chg="add del mod">
          <ac:chgData name="Matheus Batista De Souza" userId="af30ca72-9532-4a07-92be-e6a0963f2375" providerId="ADAL" clId="{0F9B0DFA-7633-4BD5-87FA-6CE2F34202D3}" dt="2026-03-11T19:17:52.248" v="31496"/>
          <ac:spMkLst>
            <pc:docMk/>
            <pc:sldMk cId="3799638715" sldId="357"/>
            <ac:spMk id="2" creationId="{D995E9D0-5848-8C0C-53AA-FDCC5431F30E}"/>
          </ac:spMkLst>
        </pc:spChg>
        <pc:spChg chg="add del mod">
          <ac:chgData name="Matheus Batista De Souza" userId="af30ca72-9532-4a07-92be-e6a0963f2375" providerId="ADAL" clId="{0F9B0DFA-7633-4BD5-87FA-6CE2F34202D3}" dt="2026-03-11T19:18:01.454" v="31548"/>
          <ac:spMkLst>
            <pc:docMk/>
            <pc:sldMk cId="3799638715" sldId="357"/>
            <ac:spMk id="3" creationId="{38B7E056-ACC0-BFB4-7CBA-E3DC5BE7EB88}"/>
          </ac:spMkLst>
        </pc:spChg>
        <pc:spChg chg="add del mod">
          <ac:chgData name="Matheus Batista De Souza" userId="af30ca72-9532-4a07-92be-e6a0963f2375" providerId="ADAL" clId="{0F9B0DFA-7633-4BD5-87FA-6CE2F34202D3}" dt="2026-03-11T19:18:10.464" v="31599"/>
          <ac:spMkLst>
            <pc:docMk/>
            <pc:sldMk cId="3799638715" sldId="357"/>
            <ac:spMk id="4" creationId="{A47F05FF-E3AF-2738-02D4-1B90EEDDCE46}"/>
          </ac:spMkLst>
        </pc:spChg>
        <pc:spChg chg="add del mod">
          <ac:chgData name="Matheus Batista De Souza" userId="af30ca72-9532-4a07-92be-e6a0963f2375" providerId="ADAL" clId="{0F9B0DFA-7633-4BD5-87FA-6CE2F34202D3}" dt="2026-03-11T19:18:19.570" v="31650"/>
          <ac:spMkLst>
            <pc:docMk/>
            <pc:sldMk cId="3799638715" sldId="357"/>
            <ac:spMk id="5" creationId="{AC4C3140-1C66-49F2-388E-92C6EDE6C178}"/>
          </ac:spMkLst>
        </pc:spChg>
        <pc:spChg chg="add del mod">
          <ac:chgData name="Matheus Batista De Souza" userId="af30ca72-9532-4a07-92be-e6a0963f2375" providerId="ADAL" clId="{0F9B0DFA-7633-4BD5-87FA-6CE2F34202D3}" dt="2026-03-11T19:18:28.954" v="31701"/>
          <ac:spMkLst>
            <pc:docMk/>
            <pc:sldMk cId="3799638715" sldId="357"/>
            <ac:spMk id="6" creationId="{41FD1428-32DD-8B3E-76F6-F492367BFBB7}"/>
          </ac:spMkLst>
        </pc:spChg>
        <pc:spChg chg="add del mod">
          <ac:chgData name="Matheus Batista De Souza" userId="af30ca72-9532-4a07-92be-e6a0963f2375" providerId="ADAL" clId="{0F9B0DFA-7633-4BD5-87FA-6CE2F34202D3}" dt="2026-03-11T19:18:38.006" v="31755"/>
          <ac:spMkLst>
            <pc:docMk/>
            <pc:sldMk cId="3799638715" sldId="357"/>
            <ac:spMk id="7" creationId="{54855B68-3EB7-448B-09AA-7A38F0249EEF}"/>
          </ac:spMkLst>
        </pc:spChg>
        <pc:spChg chg="add del mod">
          <ac:chgData name="Matheus Batista De Souza" userId="af30ca72-9532-4a07-92be-e6a0963f2375" providerId="ADAL" clId="{0F9B0DFA-7633-4BD5-87FA-6CE2F34202D3}" dt="2026-03-11T19:19:17.021" v="31807"/>
          <ac:spMkLst>
            <pc:docMk/>
            <pc:sldMk cId="3799638715" sldId="357"/>
            <ac:spMk id="8" creationId="{0EBB45A0-43B7-1A59-C393-3DC7BB9F6638}"/>
          </ac:spMkLst>
        </pc:spChg>
        <pc:spChg chg="add mod">
          <ac:chgData name="Matheus Batista De Souza" userId="af30ca72-9532-4a07-92be-e6a0963f2375" providerId="ADAL" clId="{0F9B0DFA-7633-4BD5-87FA-6CE2F34202D3}" dt="2026-03-11T19:19:17.021" v="31817" actId="948"/>
          <ac:spMkLst>
            <pc:docMk/>
            <pc:sldMk cId="3799638715" sldId="357"/>
            <ac:spMk id="9" creationId="{1A66115F-16CF-F384-8FF7-95BDC78E8901}"/>
          </ac:spMkLst>
        </pc:spChg>
        <pc:spChg chg="add del mod">
          <ac:chgData name="Matheus Batista De Souza" userId="af30ca72-9532-4a07-92be-e6a0963f2375" providerId="ADAL" clId="{0F9B0DFA-7633-4BD5-87FA-6CE2F34202D3}" dt="2026-03-11T16:58:11.340" v="31417"/>
          <ac:spMkLst>
            <pc:docMk/>
            <pc:sldMk cId="3799638715" sldId="357"/>
            <ac:spMk id="19" creationId="{CC4B6ECE-CA39-264F-B30B-1B3B10E37DE6}"/>
          </ac:spMkLst>
        </pc:spChg>
        <pc:spChg chg="mod">
          <ac:chgData name="Matheus Batista De Souza" userId="af30ca72-9532-4a07-92be-e6a0963f2375" providerId="ADAL" clId="{0F9B0DFA-7633-4BD5-87FA-6CE2F34202D3}" dt="2026-02-26T17:31:30.541" v="31079" actId="207"/>
          <ac:spMkLst>
            <pc:docMk/>
            <pc:sldMk cId="3799638715" sldId="357"/>
            <ac:spMk id="345" creationId="{CA2D0EFB-4714-9A4D-A9CE-BB5050738BAE}"/>
          </ac:spMkLst>
        </pc:spChg>
        <pc:graphicFrameChg chg="add mod modGraphic">
          <ac:chgData name="Matheus Batista De Souza" userId="af30ca72-9532-4a07-92be-e6a0963f2375" providerId="ADAL" clId="{0F9B0DFA-7633-4BD5-87FA-6CE2F34202D3}" dt="2026-01-23T19:55:12.519" v="29339" actId="14100"/>
          <ac:graphicFrameMkLst>
            <pc:docMk/>
            <pc:sldMk cId="3799638715" sldId="357"/>
            <ac:graphicFrameMk id="346" creationId="{CC3BA2AD-D115-7D03-1C6B-6B0FAA1802BD}"/>
          </ac:graphicFrameMkLst>
        </pc:graphicFrameChg>
      </pc:sldChg>
      <pc:sldChg chg="addSp delSp modSp add del mod">
        <pc:chgData name="Matheus Batista De Souza" userId="af30ca72-9532-4a07-92be-e6a0963f2375" providerId="ADAL" clId="{0F9B0DFA-7633-4BD5-87FA-6CE2F34202D3}" dt="2026-01-23T18:38:04.562" v="24305" actId="47"/>
        <pc:sldMkLst>
          <pc:docMk/>
          <pc:sldMk cId="3386642285" sldId="358"/>
        </pc:sldMkLst>
      </pc:sldChg>
      <pc:sldChg chg="addSp delSp modSp add del mod">
        <pc:chgData name="Matheus Batista De Souza" userId="af30ca72-9532-4a07-92be-e6a0963f2375" providerId="ADAL" clId="{0F9B0DFA-7633-4BD5-87FA-6CE2F34202D3}" dt="2026-01-23T18:48:49.486" v="26651" actId="47"/>
        <pc:sldMkLst>
          <pc:docMk/>
          <pc:sldMk cId="1706262213" sldId="359"/>
        </pc:sldMkLst>
      </pc:sldChg>
      <pc:sldChg chg="addSp delSp modSp del mod">
        <pc:chgData name="Matheus Batista De Souza" userId="af30ca72-9532-4a07-92be-e6a0963f2375" providerId="ADAL" clId="{0F9B0DFA-7633-4BD5-87FA-6CE2F34202D3}" dt="2026-01-22T21:21:05.034" v="90" actId="47"/>
        <pc:sldMkLst>
          <pc:docMk/>
          <pc:sldMk cId="938474283" sldId="367"/>
        </pc:sldMkLst>
      </pc:sldChg>
      <pc:sldChg chg="addSp delSp modSp del mod">
        <pc:chgData name="Matheus Batista De Souza" userId="af30ca72-9532-4a07-92be-e6a0963f2375" providerId="ADAL" clId="{0F9B0DFA-7633-4BD5-87FA-6CE2F34202D3}" dt="2026-01-22T21:21:04.438" v="89" actId="47"/>
        <pc:sldMkLst>
          <pc:docMk/>
          <pc:sldMk cId="761673556" sldId="36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469F1C8A-0A48-49CE-B3AD-9B01DFE47F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D407D5A-5BE5-4FFC-B30D-463AA9C48A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E0CD63-9252-436D-995D-F9EC24A8DDD8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82F98D-D1DB-4051-99C1-4B839C174A57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2"/>
            </p:custDataLst>
          </p:nvPr>
        </p:nvSpPr>
        <p:spPr>
          <a:xfrm>
            <a:off x="0" y="9430091"/>
            <a:ext cx="6797675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algn="r"/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F0C2BDB-425B-4046-A638-A94EA0FEBE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1FFEE2-32A1-4170-BBBD-B4B978BD83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245134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06357" y="4715907"/>
            <a:ext cx="4984962" cy="446770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6925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Deixar claro critério para </a:t>
            </a:r>
            <a:r>
              <a:rPr lang="pt-BR" dirty="0" err="1"/>
              <a:t>permanecimento</a:t>
            </a:r>
            <a:r>
              <a:rPr lang="pt-BR" dirty="0"/>
              <a:t> dos integrantes no pilar</a:t>
            </a:r>
          </a:p>
        </p:txBody>
      </p:sp>
    </p:spTree>
    <p:extLst>
      <p:ext uri="{BB962C8B-B14F-4D97-AF65-F5344CB8AC3E}">
        <p14:creationId xmlns:p14="http://schemas.microsoft.com/office/powerpoint/2010/main" val="1914727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0DD2F-A4CD-6ABB-A495-249C9FE6C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DA5633-ACCB-BF5B-0656-3B2A396A3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BCB998A-0F95-E08B-2ECC-4BF64B7E6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5082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90DF1-7577-4461-4F7E-77E31A40C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DF01BBD-F1F5-9938-B847-3C4687A55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121ED1E-5074-8C76-E897-A8011F549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4229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3124200" y="-38100"/>
            <a:ext cx="18135600" cy="1209669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idx="13"/>
          </p:nvPr>
        </p:nvSpPr>
        <p:spPr>
          <a:xfrm>
            <a:off x="7950206" y="1104906"/>
            <a:ext cx="17259303" cy="115062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3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3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-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, Marcadores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2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759" indent="-558759">
              <a:spcBef>
                <a:spcPts val="4500"/>
              </a:spcBef>
              <a:defRPr sz="3800"/>
            </a:lvl1pPr>
            <a:lvl2pPr marL="1117516" indent="-558759">
              <a:spcBef>
                <a:spcPts val="4500"/>
              </a:spcBef>
              <a:defRPr sz="3800"/>
            </a:lvl2pPr>
            <a:lvl3pPr marL="1676275" indent="-558759">
              <a:spcBef>
                <a:spcPts val="4500"/>
              </a:spcBef>
              <a:defRPr sz="3800"/>
            </a:lvl3pPr>
            <a:lvl4pPr marL="2235032" indent="-558759">
              <a:spcBef>
                <a:spcPts val="4500"/>
              </a:spcBef>
              <a:defRPr sz="3800"/>
            </a:lvl4pPr>
            <a:lvl5pPr marL="2793791" indent="-558759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rcad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rês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15681346" y="7035800"/>
            <a:ext cx="8396679" cy="56007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15290800" y="1130300"/>
            <a:ext cx="8331200" cy="55541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15"/>
          </p:nvPr>
        </p:nvSpPr>
        <p:spPr>
          <a:xfrm>
            <a:off x="-304800" y="1130300"/>
            <a:ext cx="17202151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aime Silveira"/>
          <p:cNvSpPr txBox="1">
            <a:spLocks noGrp="1"/>
          </p:cNvSpPr>
          <p:nvPr>
            <p:ph type="body" sz="quarter" idx="13"/>
          </p:nvPr>
        </p:nvSpPr>
        <p:spPr>
          <a:xfrm>
            <a:off x="2387603" y="8953507"/>
            <a:ext cx="19621500" cy="595035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–Jaime Silveira</a:t>
            </a:r>
          </a:p>
        </p:txBody>
      </p:sp>
      <p:sp>
        <p:nvSpPr>
          <p:cNvPr id="94" name="“Digite uma citação aqui.”"/>
          <p:cNvSpPr txBox="1">
            <a:spLocks noGrp="1"/>
          </p:cNvSpPr>
          <p:nvPr>
            <p:ph type="body" sz="quarter" idx="14"/>
          </p:nvPr>
        </p:nvSpPr>
        <p:spPr>
          <a:xfrm>
            <a:off x="2387603" y="6069072"/>
            <a:ext cx="19621500" cy="84125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“Digite uma citação aqui.”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24384000" cy="162644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86695" y="13081004"/>
            <a:ext cx="597921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transition spd="med"/>
  <p:hf sldNum="0" hdr="0" ftr="0" dt="0"/>
  <p:txStyles>
    <p:titleStyle>
      <a:lvl1pPr marL="0" marR="0" indent="0" algn="ctr" defTabSz="82543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43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43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43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43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43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43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43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438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4952" marR="0" indent="-634952" algn="l" defTabSz="825438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69904" marR="0" indent="-634952" algn="l" defTabSz="825438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4856" marR="0" indent="-634952" algn="l" defTabSz="825438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39811" marR="0" indent="-634952" algn="l" defTabSz="825438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4763" marR="0" indent="-634952" algn="l" defTabSz="825438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09715" marR="0" indent="-634952" algn="l" defTabSz="825438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4668" marR="0" indent="-634952" algn="l" defTabSz="825438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79620" marR="0" indent="-634952" algn="l" defTabSz="825438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4572" marR="0" indent="-634952" algn="l" defTabSz="825438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43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584" algn="ctr" defTabSz="82543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167" algn="ctr" defTabSz="82543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750" algn="ctr" defTabSz="82543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332" algn="ctr" defTabSz="82543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2914" algn="ctr" defTabSz="82543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498" algn="ctr" defTabSz="82543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080" algn="ctr" defTabSz="82543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664" algn="ctr" defTabSz="825438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43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Desenho com traços pretos em fundo branco e letras pretas&#10;&#10;Descrição gerada automaticamente com confiança baixa">
            <a:extLst>
              <a:ext uri="{FF2B5EF4-FFF2-40B4-BE49-F238E27FC236}">
                <a16:creationId xmlns:a16="http://schemas.microsoft.com/office/drawing/2014/main" id="{C5BC4B06-EE87-1EFA-38B2-7F52EB8D29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1135" y="9232127"/>
            <a:ext cx="3673128" cy="1242735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9C19D96A-7223-4E22-D2AA-3693C8E0B553}"/>
              </a:ext>
            </a:extLst>
          </p:cNvPr>
          <p:cNvGrpSpPr/>
          <p:nvPr/>
        </p:nvGrpSpPr>
        <p:grpSpPr>
          <a:xfrm>
            <a:off x="3550117" y="4893835"/>
            <a:ext cx="17283783" cy="3343426"/>
            <a:chOff x="5963006" y="4893837"/>
            <a:chExt cx="17283783" cy="3343426"/>
          </a:xfrm>
        </p:grpSpPr>
        <p:sp>
          <p:nvSpPr>
            <p:cNvPr id="6" name="TextBox 14">
              <a:extLst>
                <a:ext uri="{FF2B5EF4-FFF2-40B4-BE49-F238E27FC236}">
                  <a16:creationId xmlns:a16="http://schemas.microsoft.com/office/drawing/2014/main" id="{6CFB9B77-A7EC-EAD1-7A5D-5C17F828F946}"/>
                </a:ext>
              </a:extLst>
            </p:cNvPr>
            <p:cNvSpPr txBox="1"/>
            <p:nvPr/>
          </p:nvSpPr>
          <p:spPr>
            <a:xfrm>
              <a:off x="9865027" y="5282608"/>
              <a:ext cx="13381762" cy="29546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/>
              <a:r>
                <a:rPr lang="en-US" sz="9600" spc="-233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Montserrat Heavy"/>
                </a:rPr>
                <a:t>PILAR DE MANUTENÇÃO AUTÔNOMA</a:t>
              </a:r>
            </a:p>
          </p:txBody>
        </p:sp>
        <p:sp>
          <p:nvSpPr>
            <p:cNvPr id="8" name="TextBox 123">
              <a:extLst>
                <a:ext uri="{FF2B5EF4-FFF2-40B4-BE49-F238E27FC236}">
                  <a16:creationId xmlns:a16="http://schemas.microsoft.com/office/drawing/2014/main" id="{E83642ED-6993-8F75-2B66-490657467077}"/>
                </a:ext>
              </a:extLst>
            </p:cNvPr>
            <p:cNvSpPr txBox="1"/>
            <p:nvPr/>
          </p:nvSpPr>
          <p:spPr>
            <a:xfrm>
              <a:off x="5963006" y="4893837"/>
              <a:ext cx="6557240" cy="5001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1" indent="0" algn="l">
                <a:lnSpc>
                  <a:spcPts val="3871"/>
                </a:lnSpc>
                <a:spcBef>
                  <a:spcPct val="0"/>
                </a:spcBef>
              </a:pPr>
              <a:r>
                <a:rPr lang="en-US" sz="3600" b="0">
                  <a:solidFill>
                    <a:srgbClr val="00B0F0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Montserrat Medium"/>
                </a:rPr>
                <a:t>CONHEÇA NOSSO TIME</a:t>
              </a:r>
            </a:p>
          </p:txBody>
        </p:sp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D84213E-F578-F851-5E08-39CBC46360A5}"/>
                </a:ext>
              </a:extLst>
            </p:cNvPr>
            <p:cNvSpPr/>
            <p:nvPr/>
          </p:nvSpPr>
          <p:spPr>
            <a:xfrm flipV="1">
              <a:off x="11050977" y="5165178"/>
              <a:ext cx="4320000" cy="0"/>
            </a:xfrm>
            <a:prstGeom prst="line">
              <a:avLst/>
            </a:prstGeom>
            <a:ln w="38100" cap="rnd">
              <a:gradFill>
                <a:gsLst>
                  <a:gs pos="0">
                    <a:srgbClr val="24DEFF">
                      <a:alpha val="100000"/>
                    </a:srgbClr>
                  </a:gs>
                  <a:gs pos="100000">
                    <a:srgbClr val="0197B2">
                      <a:alpha val="100000"/>
                    </a:srgbClr>
                  </a:gs>
                </a:gsLst>
                <a:lin ang="270000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 sz="5625"/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35924007-1A52-87DC-054F-AC2E87F07A3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16830008" y="48076"/>
            <a:ext cx="7553997" cy="582768"/>
          </a:xfrm>
          <a:prstGeom prst="rect">
            <a:avLst/>
          </a:prstGeom>
        </p:spPr>
      </p:pic>
      <p:sp>
        <p:nvSpPr>
          <p:cNvPr id="15" name="BJPseudoFooter">
            <a:extLst>
              <a:ext uri="{FF2B5EF4-FFF2-40B4-BE49-F238E27FC236}">
                <a16:creationId xmlns:a16="http://schemas.microsoft.com/office/drawing/2014/main" id="{C5661863-0855-5968-DFE3-8316B4B1133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4154343" y="13151743"/>
            <a:ext cx="102657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001536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43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242F6ACA-C0A5-0BED-5E9B-43B315BEEB0E}"/>
              </a:ext>
            </a:extLst>
          </p:cNvPr>
          <p:cNvSpPr/>
          <p:nvPr/>
        </p:nvSpPr>
        <p:spPr>
          <a:xfrm>
            <a:off x="0" y="6782142"/>
            <a:ext cx="24384000" cy="69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defTabSz="825438"/>
            <a:endParaRPr lang="pt-BR" sz="3200" b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1B20DE6C-2141-B975-A00E-691DBF5BB321}"/>
              </a:ext>
            </a:extLst>
          </p:cNvPr>
          <p:cNvSpPr txBox="1"/>
          <p:nvPr/>
        </p:nvSpPr>
        <p:spPr>
          <a:xfrm>
            <a:off x="1511765" y="1716979"/>
            <a:ext cx="6336393" cy="3447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5600" spc="-233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Montserrat Heavy"/>
              </a:rPr>
              <a:t>ORGANOGRAMA</a:t>
            </a:r>
          </a:p>
          <a:p>
            <a:pPr algn="l"/>
            <a:r>
              <a:rPr lang="en-US" sz="5600" spc="-233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Montserrat Heavy"/>
              </a:rPr>
              <a:t>PILAR DE MANUTENÇÃO AUTÔNOMA</a:t>
            </a:r>
          </a:p>
        </p:txBody>
      </p:sp>
      <p:sp>
        <p:nvSpPr>
          <p:cNvPr id="12" name="TextBox 123">
            <a:extLst>
              <a:ext uri="{FF2B5EF4-FFF2-40B4-BE49-F238E27FC236}">
                <a16:creationId xmlns:a16="http://schemas.microsoft.com/office/drawing/2014/main" id="{400AD1C9-FB72-0088-4C13-EF1702F898BF}"/>
              </a:ext>
            </a:extLst>
          </p:cNvPr>
          <p:cNvSpPr txBox="1"/>
          <p:nvPr/>
        </p:nvSpPr>
        <p:spPr>
          <a:xfrm>
            <a:off x="538127" y="603191"/>
            <a:ext cx="4238128" cy="46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indent="0" algn="l">
              <a:lnSpc>
                <a:spcPts val="3871"/>
              </a:lnSpc>
              <a:spcBef>
                <a:spcPct val="0"/>
              </a:spcBef>
            </a:pPr>
            <a:r>
              <a:rPr lang="en-US" sz="2764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Montserrat Medium"/>
              </a:rPr>
              <a:t>CONHEÇA NOSSO TIME</a:t>
            </a:r>
          </a:p>
        </p:txBody>
      </p:sp>
      <p:sp>
        <p:nvSpPr>
          <p:cNvPr id="13" name="AutoShape 3">
            <a:extLst>
              <a:ext uri="{FF2B5EF4-FFF2-40B4-BE49-F238E27FC236}">
                <a16:creationId xmlns:a16="http://schemas.microsoft.com/office/drawing/2014/main" id="{A4F6BAA5-0458-F8C8-C097-D0950BD2EEE2}"/>
              </a:ext>
            </a:extLst>
          </p:cNvPr>
          <p:cNvSpPr/>
          <p:nvPr/>
        </p:nvSpPr>
        <p:spPr>
          <a:xfrm flipV="1">
            <a:off x="4518269" y="868089"/>
            <a:ext cx="2105395" cy="0"/>
          </a:xfrm>
          <a:prstGeom prst="line">
            <a:avLst/>
          </a:prstGeom>
          <a:ln w="38100" cap="rnd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sz="5625"/>
          </a:p>
        </p:txBody>
      </p:sp>
      <p:grpSp>
        <p:nvGrpSpPr>
          <p:cNvPr id="367" name="Agrupar 366">
            <a:extLst>
              <a:ext uri="{FF2B5EF4-FFF2-40B4-BE49-F238E27FC236}">
                <a16:creationId xmlns:a16="http://schemas.microsoft.com/office/drawing/2014/main" id="{0F248249-06BD-06C2-B11D-B904942B5081}"/>
              </a:ext>
            </a:extLst>
          </p:cNvPr>
          <p:cNvGrpSpPr/>
          <p:nvPr/>
        </p:nvGrpSpPr>
        <p:grpSpPr>
          <a:xfrm>
            <a:off x="10585427" y="469963"/>
            <a:ext cx="3171759" cy="1048467"/>
            <a:chOff x="10606121" y="2582176"/>
            <a:chExt cx="3171758" cy="1048466"/>
          </a:xfrm>
        </p:grpSpPr>
        <p:grpSp>
          <p:nvGrpSpPr>
            <p:cNvPr id="368" name="Group 21">
              <a:extLst>
                <a:ext uri="{FF2B5EF4-FFF2-40B4-BE49-F238E27FC236}">
                  <a16:creationId xmlns:a16="http://schemas.microsoft.com/office/drawing/2014/main" id="{4332874F-D21F-2500-647E-DB4CC2589DCE}"/>
                </a:ext>
              </a:extLst>
            </p:cNvPr>
            <p:cNvGrpSpPr/>
            <p:nvPr/>
          </p:nvGrpSpPr>
          <p:grpSpPr>
            <a:xfrm>
              <a:off x="10606121" y="2582176"/>
              <a:ext cx="3171758" cy="1048466"/>
              <a:chOff x="0" y="0"/>
              <a:chExt cx="626520" cy="207104"/>
            </a:xfrm>
          </p:grpSpPr>
          <p:sp>
            <p:nvSpPr>
              <p:cNvPr id="373" name="Freeform 22">
                <a:extLst>
                  <a:ext uri="{FF2B5EF4-FFF2-40B4-BE49-F238E27FC236}">
                    <a16:creationId xmlns:a16="http://schemas.microsoft.com/office/drawing/2014/main" id="{A30D9488-65A3-1796-76B9-2FCA85E91F45}"/>
                  </a:ext>
                </a:extLst>
              </p:cNvPr>
              <p:cNvSpPr/>
              <p:nvPr/>
            </p:nvSpPr>
            <p:spPr>
              <a:xfrm>
                <a:off x="0" y="0"/>
                <a:ext cx="626520" cy="207104"/>
              </a:xfrm>
              <a:custGeom>
                <a:avLst/>
                <a:gdLst/>
                <a:ahLst/>
                <a:cxnLst/>
                <a:rect l="l" t="t" r="r" b="b"/>
                <a:pathLst>
                  <a:path w="626520" h="207104">
                    <a:moveTo>
                      <a:pt x="50343" y="0"/>
                    </a:moveTo>
                    <a:lnTo>
                      <a:pt x="576177" y="0"/>
                    </a:lnTo>
                    <a:cubicBezTo>
                      <a:pt x="603981" y="0"/>
                      <a:pt x="626520" y="22540"/>
                      <a:pt x="626520" y="50343"/>
                    </a:cubicBezTo>
                    <a:lnTo>
                      <a:pt x="626520" y="156761"/>
                    </a:lnTo>
                    <a:cubicBezTo>
                      <a:pt x="626520" y="184565"/>
                      <a:pt x="603981" y="207104"/>
                      <a:pt x="576177" y="207104"/>
                    </a:cubicBezTo>
                    <a:lnTo>
                      <a:pt x="50343" y="207104"/>
                    </a:lnTo>
                    <a:cubicBezTo>
                      <a:pt x="22540" y="207104"/>
                      <a:pt x="0" y="184565"/>
                      <a:pt x="0" y="156761"/>
                    </a:cubicBezTo>
                    <a:lnTo>
                      <a:pt x="0" y="50343"/>
                    </a:lnTo>
                    <a:cubicBezTo>
                      <a:pt x="0" y="22540"/>
                      <a:pt x="22540" y="0"/>
                      <a:pt x="50343" y="0"/>
                    </a:cubicBezTo>
                    <a:close/>
                  </a:path>
                </a:pathLst>
              </a:custGeom>
              <a:solidFill>
                <a:srgbClr val="152B7C"/>
              </a:solidFill>
            </p:spPr>
            <p:txBody>
              <a:bodyPr/>
              <a:lstStyle/>
              <a:p>
                <a:endParaRPr lang="pt-BR" sz="5625"/>
              </a:p>
            </p:txBody>
          </p:sp>
          <p:sp>
            <p:nvSpPr>
              <p:cNvPr id="374" name="TextBox 23">
                <a:extLst>
                  <a:ext uri="{FF2B5EF4-FFF2-40B4-BE49-F238E27FC236}">
                    <a16:creationId xmlns:a16="http://schemas.microsoft.com/office/drawing/2014/main" id="{FF387F98-28C4-AB4A-0569-AA5B9644AE0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626520" cy="235679"/>
              </a:xfrm>
              <a:prstGeom prst="rect">
                <a:avLst/>
              </a:prstGeom>
            </p:spPr>
            <p:txBody>
              <a:bodyPr lIns="95251" tIns="95251" rIns="95251" bIns="95251" rtlCol="0" anchor="ctr"/>
              <a:lstStyle/>
              <a:p>
                <a:pPr>
                  <a:lnSpc>
                    <a:spcPts val="3148"/>
                  </a:lnSpc>
                </a:pPr>
                <a:endParaRPr sz="5625"/>
              </a:p>
            </p:txBody>
          </p:sp>
        </p:grpSp>
        <p:sp>
          <p:nvSpPr>
            <p:cNvPr id="370" name="TextBox 132">
              <a:extLst>
                <a:ext uri="{FF2B5EF4-FFF2-40B4-BE49-F238E27FC236}">
                  <a16:creationId xmlns:a16="http://schemas.microsoft.com/office/drawing/2014/main" id="{3044DE5C-D44F-F527-AC23-57863B1C532F}"/>
                </a:ext>
              </a:extLst>
            </p:cNvPr>
            <p:cNvSpPr txBox="1"/>
            <p:nvPr/>
          </p:nvSpPr>
          <p:spPr>
            <a:xfrm>
              <a:off x="11067711" y="2711254"/>
              <a:ext cx="2248577" cy="3362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623"/>
                </a:lnSpc>
                <a:spcBef>
                  <a:spcPct val="0"/>
                </a:spcBef>
              </a:pPr>
              <a:r>
                <a:rPr lang="en-US" sz="2400" spc="-88">
                  <a:solidFill>
                    <a:schemeClr val="bg1"/>
                  </a:solidFill>
                  <a:latin typeface="Poppins Bold"/>
                  <a:cs typeface="Poppins Bold"/>
                </a:rPr>
                <a:t>Kenzo Yano</a:t>
              </a:r>
            </a:p>
          </p:txBody>
        </p:sp>
        <p:sp>
          <p:nvSpPr>
            <p:cNvPr id="371" name="TextBox 133">
              <a:extLst>
                <a:ext uri="{FF2B5EF4-FFF2-40B4-BE49-F238E27FC236}">
                  <a16:creationId xmlns:a16="http://schemas.microsoft.com/office/drawing/2014/main" id="{56D8C920-CF31-F490-61A3-D610F495D599}"/>
                </a:ext>
              </a:extLst>
            </p:cNvPr>
            <p:cNvSpPr txBox="1"/>
            <p:nvPr/>
          </p:nvSpPr>
          <p:spPr>
            <a:xfrm>
              <a:off x="11070881" y="3151787"/>
              <a:ext cx="2242237" cy="2914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363"/>
                </a:lnSpc>
                <a:spcBef>
                  <a:spcPct val="0"/>
                </a:spcBef>
              </a:pPr>
              <a:r>
                <a:rPr lang="en-US" sz="168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OWNER</a:t>
              </a:r>
            </a:p>
          </p:txBody>
        </p:sp>
      </p:grpSp>
      <p:pic>
        <p:nvPicPr>
          <p:cNvPr id="376" name="Imagem 375" descr="Desenho com traços pretos em fundo branco e letras pretas&#10;&#10;Descrição gerada automaticamente com confiança baixa">
            <a:extLst>
              <a:ext uri="{FF2B5EF4-FFF2-40B4-BE49-F238E27FC236}">
                <a16:creationId xmlns:a16="http://schemas.microsoft.com/office/drawing/2014/main" id="{F327EE9C-0C74-55D5-972B-AE0CD37D71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3787" y="527735"/>
            <a:ext cx="2434287" cy="823596"/>
          </a:xfrm>
          <a:prstGeom prst="rect">
            <a:avLst/>
          </a:prstGeom>
        </p:spPr>
      </p:pic>
      <p:sp>
        <p:nvSpPr>
          <p:cNvPr id="380" name="Retângulo: Cantos Arredondados 379">
            <a:extLst>
              <a:ext uri="{FF2B5EF4-FFF2-40B4-BE49-F238E27FC236}">
                <a16:creationId xmlns:a16="http://schemas.microsoft.com/office/drawing/2014/main" id="{3A6175DA-52F0-8EE2-11EC-C62F20E9DAC4}"/>
              </a:ext>
            </a:extLst>
          </p:cNvPr>
          <p:cNvSpPr/>
          <p:nvPr/>
        </p:nvSpPr>
        <p:spPr>
          <a:xfrm>
            <a:off x="1511765" y="6005984"/>
            <a:ext cx="3006504" cy="306467"/>
          </a:xfrm>
          <a:prstGeom prst="roundRect">
            <a:avLst/>
          </a:prstGeom>
          <a:solidFill>
            <a:schemeClr val="bg1"/>
          </a:solidFill>
          <a:ln w="38100" cap="flat">
            <a:solidFill>
              <a:srgbClr val="00B0F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lvl="2" indent="0"/>
            <a:r>
              <a:rPr lang="pt-BR" sz="1800" i="1">
                <a:solidFill>
                  <a:sysClr val="windowText" lastClr="000000"/>
                </a:solidFill>
                <a:latin typeface="+mn-lt"/>
                <a:ea typeface="+mn-ea"/>
                <a:cs typeface="+mn-cs"/>
                <a:sym typeface="Helvetica Neue Medium"/>
              </a:rPr>
              <a:t>Atualizado em: 23/01/2026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AC300771-22EA-401D-C8D5-D3ECD01D8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480308"/>
              </p:ext>
            </p:extLst>
          </p:nvPr>
        </p:nvGraphicFramePr>
        <p:xfrm>
          <a:off x="447389" y="7108656"/>
          <a:ext cx="23603458" cy="62820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9992">
                  <a:extLst>
                    <a:ext uri="{9D8B030D-6E8A-4147-A177-3AD203B41FA5}">
                      <a16:colId xmlns:a16="http://schemas.microsoft.com/office/drawing/2014/main" val="1541543336"/>
                    </a:ext>
                  </a:extLst>
                </a:gridCol>
                <a:gridCol w="3929992">
                  <a:extLst>
                    <a:ext uri="{9D8B030D-6E8A-4147-A177-3AD203B41FA5}">
                      <a16:colId xmlns:a16="http://schemas.microsoft.com/office/drawing/2014/main" val="1615597291"/>
                    </a:ext>
                  </a:extLst>
                </a:gridCol>
                <a:gridCol w="3929992">
                  <a:extLst>
                    <a:ext uri="{9D8B030D-6E8A-4147-A177-3AD203B41FA5}">
                      <a16:colId xmlns:a16="http://schemas.microsoft.com/office/drawing/2014/main" val="3723042862"/>
                    </a:ext>
                  </a:extLst>
                </a:gridCol>
                <a:gridCol w="3929992">
                  <a:extLst>
                    <a:ext uri="{9D8B030D-6E8A-4147-A177-3AD203B41FA5}">
                      <a16:colId xmlns:a16="http://schemas.microsoft.com/office/drawing/2014/main" val="1984869943"/>
                    </a:ext>
                  </a:extLst>
                </a:gridCol>
                <a:gridCol w="3949443">
                  <a:extLst>
                    <a:ext uri="{9D8B030D-6E8A-4147-A177-3AD203B41FA5}">
                      <a16:colId xmlns:a16="http://schemas.microsoft.com/office/drawing/2014/main" val="355073308"/>
                    </a:ext>
                  </a:extLst>
                </a:gridCol>
                <a:gridCol w="3934047">
                  <a:extLst>
                    <a:ext uri="{9D8B030D-6E8A-4147-A177-3AD203B41FA5}">
                      <a16:colId xmlns:a16="http://schemas.microsoft.com/office/drawing/2014/main" val="2266286932"/>
                    </a:ext>
                  </a:extLst>
                </a:gridCol>
              </a:tblGrid>
              <a:tr h="732929">
                <a:tc>
                  <a:txBody>
                    <a:bodyPr/>
                    <a:lstStyle/>
                    <a:p>
                      <a:pPr algn="ctr"/>
                      <a:r>
                        <a:rPr lang="pt-BR" sz="2400" b="1" i="0" dirty="0">
                          <a:solidFill>
                            <a:schemeClr val="bg1"/>
                          </a:solidFill>
                        </a:rPr>
                        <a:t>José Otacílio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2B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i="0">
                          <a:solidFill>
                            <a:schemeClr val="bg1"/>
                          </a:solidFill>
                        </a:rPr>
                        <a:t>Thais Farias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2B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i="0">
                          <a:solidFill>
                            <a:schemeClr val="bg1"/>
                          </a:solidFill>
                        </a:rPr>
                        <a:t>Vinícius Gato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2B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i="0" dirty="0">
                          <a:solidFill>
                            <a:schemeClr val="bg1"/>
                          </a:solidFill>
                        </a:rPr>
                        <a:t>Geovanne Augusto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2B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i="0">
                          <a:solidFill>
                            <a:schemeClr val="bg1"/>
                          </a:solidFill>
                        </a:rPr>
                        <a:t>Francirley Batista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2B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i="0">
                          <a:solidFill>
                            <a:schemeClr val="bg1"/>
                          </a:solidFill>
                        </a:rPr>
                        <a:t>Eduardo Castro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52B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787013"/>
                  </a:ext>
                </a:extLst>
              </a:tr>
              <a:tr h="697075">
                <a:tc>
                  <a:txBody>
                    <a:bodyPr/>
                    <a:lstStyle/>
                    <a:p>
                      <a:pPr algn="ctr"/>
                      <a:r>
                        <a:rPr lang="pt-BR" sz="1900" b="1" i="1">
                          <a:solidFill>
                            <a:srgbClr val="152B7C"/>
                          </a:solidFill>
                        </a:rPr>
                        <a:t>Representante Usinagem </a:t>
                      </a:r>
                      <a:r>
                        <a:rPr lang="pt-BR" sz="1900" b="1" i="1" err="1">
                          <a:solidFill>
                            <a:srgbClr val="152B7C"/>
                          </a:solidFill>
                        </a:rPr>
                        <a:t>Ferr</a:t>
                      </a:r>
                      <a:r>
                        <a:rPr lang="pt-BR" sz="1900" b="1" i="1">
                          <a:solidFill>
                            <a:srgbClr val="152B7C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b="1" i="1">
                          <a:solidFill>
                            <a:srgbClr val="152B7C"/>
                          </a:solidFill>
                        </a:rPr>
                        <a:t>Representante Montagem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b="1" i="1">
                          <a:solidFill>
                            <a:srgbClr val="152B7C"/>
                          </a:solidFill>
                        </a:rPr>
                        <a:t>Representante Pintura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b="1" i="1">
                          <a:solidFill>
                            <a:srgbClr val="152B7C"/>
                          </a:solidFill>
                        </a:rPr>
                        <a:t>Representante Solda &amp; Estamparia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b="1" i="1">
                          <a:solidFill>
                            <a:srgbClr val="152B7C"/>
                          </a:solidFill>
                        </a:rPr>
                        <a:t>Representante Manutenção YMDA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900" b="1" i="1">
                          <a:solidFill>
                            <a:srgbClr val="152B7C"/>
                          </a:solidFill>
                        </a:rPr>
                        <a:t>Representante Manutenção YMCDA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590212"/>
                  </a:ext>
                </a:extLst>
              </a:tr>
              <a:tr h="4852038">
                <a:tc>
                  <a:txBody>
                    <a:bodyPr/>
                    <a:lstStyle/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Atuar como interface entre a área e o Pilar de Manutenção Autônoma.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Levar demandas, dificuldades e contribuições da área para o Pilar.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Disseminar diretrizes e decisões do Pilar para a área.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Fornecer informações e evidências solicitadas pelo Pilar.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dos materiais de treinamento base da metodologia de Manutenção Autônoma.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Atuar como multiplicador da metodologia e diretrizes do Pilar 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e revisão dos padrões e formulários do Pilar MA.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Atuar como interface entre a área e o Pilar de Manutenção Autônoma.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Levar demandas, dificuldades e contribuições da área para o Pilar.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Disseminar diretrizes e decisões do Pilar para a área.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Fornecer informações e evidências solicitadas pelo Pilar.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dos materiais de treinamento base da metodologia de Manutenção Autônoma.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Atuar como multiplicador da metodologia e diretrizes do Pilar 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e revisão dos padrões e formulários do Pilar MA.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Atuar como interface entre a área e o Pilar de Manutenção Autônoma.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Levar demandas, dificuldades e contribuições da área para o Pilar.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Disseminar diretrizes e decisões do Pilar para a área.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Fornecer informações e evidências solicitadas pelo Pilar.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dos materiais de treinamento base da metodologia de Manutenção Autônoma.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Atuar como multiplicador da metodologia e diretrizes do Pilar 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e revisão dos padrões e formulários do Pilar MA.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Atuar como interface entre a área e o Pilar de Manutenção Autônoma.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Levar demandas, dificuldades e contribuições da área para o Pilar.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Disseminar diretrizes e decisões do Pilar para a área.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Fornecer informações e evidências solicitadas pelo Pilar.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dos materiais de treinamento base da metodologia de Manutenção Autônoma.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Atuar como multiplicador da metodologia e diretrizes do Pilar 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e revisão dos padrões e formulários do Pilar MA.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1" indent="-285750" algn="l" rtl="0" fontAlgn="auto" latinLnBrk="0" hangingPunct="0">
                        <a:lnSpc>
                          <a:spcPts val="1672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  <a:sym typeface="Helvetica Neue Light"/>
                        </a:rPr>
                        <a:t>Integrar as práticas de Manutenção Autônoma (MA) e Manutenção </a:t>
                      </a:r>
                      <a:r>
                        <a:rPr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</a:rPr>
                        <a:t>Planejada </a:t>
                      </a: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  <a:sym typeface="Helvetica Neue Light"/>
                        </a:rPr>
                        <a:t>(MP).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Assegurar alinhamento técnico entre padrões do MA e critérios de intervenção da MP.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dos materiais de treinamento base da metodologia de Manutenção Autônoma.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Atuar como multiplicador da metodologia e diretrizes do Pilar 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e revisão dos padrões e formulários do Pilar MA.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1" indent="-285750" algn="l" rtl="0" fontAlgn="auto" latinLnBrk="0" hangingPunct="0">
                        <a:lnSpc>
                          <a:spcPts val="1672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  <a:sym typeface="Helvetica Neue Light"/>
                        </a:rPr>
                        <a:t>Integrar as práticas de Manutenção Autônoma (MA) e Manutenção </a:t>
                      </a:r>
                      <a:r>
                        <a:rPr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</a:rPr>
                        <a:t>Planejada </a:t>
                      </a: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  <a:sym typeface="Helvetica Neue Light"/>
                        </a:rPr>
                        <a:t>(MP).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Assegurar alinhamento técnico entre padrões do MA e critérios de intervenção da MP.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dos materiais de treinamento base da metodologia de Manutenção Autônoma.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Atuar como multiplicador da metodologia e diretrizes do Pilar MA.</a:t>
                      </a:r>
                    </a:p>
                    <a:p>
                      <a:pPr marL="285750" marR="0" lvl="1" indent="-285750" algn="l" defTabSz="825500" rtl="0" fontAlgn="auto" latinLnBrk="0" hangingPunct="0">
                        <a:lnSpc>
                          <a:spcPts val="1672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Contribuir na elaboração e revisão dos padrões e formulários do Pilar MA.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810031"/>
                  </a:ext>
                </a:extLst>
              </a:tr>
            </a:tbl>
          </a:graphicData>
        </a:graphic>
      </p:graphicFrame>
      <p:sp>
        <p:nvSpPr>
          <p:cNvPr id="37" name="AutoShape 15">
            <a:extLst>
              <a:ext uri="{FF2B5EF4-FFF2-40B4-BE49-F238E27FC236}">
                <a16:creationId xmlns:a16="http://schemas.microsoft.com/office/drawing/2014/main" id="{F7640763-302B-FE78-501D-A68EED74CA93}"/>
              </a:ext>
            </a:extLst>
          </p:cNvPr>
          <p:cNvSpPr/>
          <p:nvPr/>
        </p:nvSpPr>
        <p:spPr>
          <a:xfrm>
            <a:off x="12191998" y="1513434"/>
            <a:ext cx="1" cy="667969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sz="5625"/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8B9ED7FC-1AFE-5F2B-4C52-6D7483B5EA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389544"/>
              </p:ext>
            </p:extLst>
          </p:nvPr>
        </p:nvGraphicFramePr>
        <p:xfrm>
          <a:off x="9272506" y="2181403"/>
          <a:ext cx="5838985" cy="25286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38985">
                  <a:extLst>
                    <a:ext uri="{9D8B030D-6E8A-4147-A177-3AD203B41FA5}">
                      <a16:colId xmlns:a16="http://schemas.microsoft.com/office/drawing/2014/main" val="3331457513"/>
                    </a:ext>
                  </a:extLst>
                </a:gridCol>
              </a:tblGrid>
              <a:tr h="5826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 b="1" i="0">
                          <a:solidFill>
                            <a:schemeClr val="bg1"/>
                          </a:solidFill>
                        </a:rPr>
                        <a:t>Salvador Filho</a:t>
                      </a:r>
                      <a:endParaRPr lang="pt-BR"/>
                    </a:p>
                  </a:txBody>
                  <a:tcPr anchor="ctr">
                    <a:lnL w="12700">
                      <a:solidFill>
                        <a:srgbClr val="6699FF"/>
                      </a:solidFill>
                    </a:lnL>
                    <a:lnR w="0">
                      <a:noFill/>
                    </a:lnR>
                    <a:lnT w="12700">
                      <a:solidFill>
                        <a:srgbClr val="6699FF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152B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442904"/>
                  </a:ext>
                </a:extLst>
              </a:tr>
              <a:tr h="485533">
                <a:tc>
                  <a:txBody>
                    <a:bodyPr/>
                    <a:lstStyle/>
                    <a:p>
                      <a:pPr algn="r"/>
                      <a:r>
                        <a:rPr lang="pt-BR" sz="1900" b="1" i="1">
                          <a:solidFill>
                            <a:srgbClr val="152B7C"/>
                          </a:solidFill>
                        </a:rPr>
                        <a:t>Coordenador de Pilar/Representante Power </a:t>
                      </a:r>
                      <a:r>
                        <a:rPr lang="pt-BR" sz="1900" b="1" i="1" err="1">
                          <a:solidFill>
                            <a:srgbClr val="152B7C"/>
                          </a:solidFill>
                        </a:rPr>
                        <a:t>Train</a:t>
                      </a:r>
                      <a:endParaRPr lang="pt-BR" sz="1900" b="1" i="1">
                        <a:solidFill>
                          <a:srgbClr val="152B7C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34925"/>
                  </a:ext>
                </a:extLst>
              </a:tr>
              <a:tr h="1460448">
                <a:tc>
                  <a:txBody>
                    <a:bodyPr/>
                    <a:lstStyle/>
                    <a:p>
                      <a:pPr marL="171450" marR="0" indent="-171450" algn="l" defTabSz="8255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Gerir a governança do Pilar de Manutenção Autônoma.</a:t>
                      </a:r>
                    </a:p>
                    <a:p>
                      <a:pPr marL="171450" marR="0" indent="-171450" algn="l" defTabSz="8255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  <a:sym typeface="Helvetica Neue Light"/>
                        </a:rPr>
                        <a:t>Definir, revisar e publicar as diretrizes e documentos do Pilar</a:t>
                      </a:r>
                      <a:r>
                        <a:rPr lang="pt-BR" sz="1600" b="0" i="0" u="none" strike="noStrike" cap="none" spc="-13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</a:rPr>
                        <a:t>.</a:t>
                      </a:r>
                      <a:endParaRPr kumimoji="0" lang="pt-BR" sz="1600" b="0" i="0" u="none" strike="noStrike" cap="none" spc="-13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Roboto"/>
                        <a:ea typeface="Roboto"/>
                        <a:cs typeface="Roboto"/>
                        <a:sym typeface="Helvetica Neue Light"/>
                      </a:endParaRPr>
                    </a:p>
                    <a:p>
                      <a:pPr marL="171450" marR="0" indent="-171450" algn="l" defTabSz="8255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Acompanhar indicadores e auditorias do Pilar.</a:t>
                      </a:r>
                    </a:p>
                    <a:p>
                      <a:pPr marL="171450" marR="0" indent="-171450" algn="l" defTabSz="8255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600" b="0" i="0" u="none" strike="noStrike" cap="none" spc="-13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Assegurar alinhamento e atuação dos representantes das áreas.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775472"/>
                  </a:ext>
                </a:extLst>
              </a:tr>
            </a:tbl>
          </a:graphicData>
        </a:graphic>
      </p:graphicFrame>
      <p:graphicFrame>
        <p:nvGraphicFramePr>
          <p:cNvPr id="364" name="Tabela 363">
            <a:extLst>
              <a:ext uri="{FF2B5EF4-FFF2-40B4-BE49-F238E27FC236}">
                <a16:creationId xmlns:a16="http://schemas.microsoft.com/office/drawing/2014/main" id="{45DC6066-FC5B-8859-8327-02D64C27A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503471"/>
              </p:ext>
            </p:extLst>
          </p:nvPr>
        </p:nvGraphicFramePr>
        <p:xfrm>
          <a:off x="16374148" y="4720857"/>
          <a:ext cx="7562462" cy="17553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62462">
                  <a:extLst>
                    <a:ext uri="{9D8B030D-6E8A-4147-A177-3AD203B41FA5}">
                      <a16:colId xmlns:a16="http://schemas.microsoft.com/office/drawing/2014/main" val="3331457513"/>
                    </a:ext>
                  </a:extLst>
                </a:gridCol>
              </a:tblGrid>
              <a:tr h="39008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1800" b="1" i="0" dirty="0">
                          <a:solidFill>
                            <a:schemeClr val="bg1"/>
                          </a:solidFill>
                        </a:rPr>
                        <a:t>Matheus Batista / Gilberto Alves / Manuelly Morais / Matheus Moura</a:t>
                      </a:r>
                      <a:endParaRPr lang="pt-BR" sz="1800" dirty="0"/>
                    </a:p>
                  </a:txBody>
                  <a:tcPr anchor="ctr">
                    <a:lnL w="12700">
                      <a:solidFill>
                        <a:srgbClr val="6699FF"/>
                      </a:solidFill>
                    </a:lnL>
                    <a:lnR w="0">
                      <a:noFill/>
                    </a:lnR>
                    <a:lnT w="12700">
                      <a:solidFill>
                        <a:srgbClr val="6699FF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152B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442904"/>
                  </a:ext>
                </a:extLst>
              </a:tr>
              <a:tr h="357577">
                <a:tc>
                  <a:txBody>
                    <a:bodyPr/>
                    <a:lstStyle/>
                    <a:p>
                      <a:pPr algn="r"/>
                      <a:r>
                        <a:rPr lang="pt-BR" sz="1600" b="1" i="1" dirty="0">
                          <a:solidFill>
                            <a:srgbClr val="152B7C"/>
                          </a:solidFill>
                        </a:rPr>
                        <a:t>Secretaria – Excelência Operacional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734925"/>
                  </a:ext>
                </a:extLst>
              </a:tr>
              <a:tr h="1007718">
                <a:tc>
                  <a:txBody>
                    <a:bodyPr/>
                    <a:lstStyle/>
                    <a:p>
                      <a:pPr marL="171450" marR="0" indent="-171450" algn="l" defTabSz="8255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4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  <a:sym typeface="Helvetica Neue Light"/>
                        </a:rPr>
                        <a:t>Garantir a governança e a aderência do Pilar MA ao sistema de Excelência Operacional</a:t>
                      </a:r>
                      <a:r>
                        <a:rPr lang="pt-BR" sz="14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</a:rPr>
                        <a:t>.</a:t>
                      </a:r>
                      <a:endParaRPr kumimoji="0" lang="pt-BR" sz="1400" b="0" i="0" u="none" strike="noStrike" cap="none" spc="-13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Roboto"/>
                        <a:ea typeface="Roboto"/>
                        <a:cs typeface="Roboto"/>
                        <a:sym typeface="Helvetica Neue Light"/>
                      </a:endParaRPr>
                    </a:p>
                    <a:p>
                      <a:pPr marL="171450" marR="0" indent="-171450" algn="l" defTabSz="8255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4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  <a:sym typeface="Helvetica Neue Light"/>
                        </a:rPr>
                        <a:t>Dar suporte metodológico quanto a aplicação da Manutenção Autônoma</a:t>
                      </a:r>
                      <a:r>
                        <a:rPr lang="pt-BR" sz="14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/>
                          <a:ea typeface="Roboto"/>
                          <a:cs typeface="Roboto"/>
                        </a:rPr>
                        <a:t>.</a:t>
                      </a:r>
                      <a:endParaRPr kumimoji="0" lang="pt-BR" sz="1400" b="0" i="0" u="none" strike="noStrike" cap="none" spc="-13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Roboto"/>
                        <a:ea typeface="Roboto"/>
                        <a:cs typeface="Roboto"/>
                        <a:sym typeface="Helvetica Neue Light"/>
                      </a:endParaRPr>
                    </a:p>
                    <a:p>
                      <a:pPr marL="171450" marR="0" indent="-171450" algn="l" defTabSz="8255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4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Gerir calendário, registros e resultados das auditorias do Pilar.</a:t>
                      </a:r>
                    </a:p>
                    <a:p>
                      <a:pPr marL="171450" marR="0" indent="-171450" algn="l" defTabSz="825500" rtl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pt-BR" sz="1400" b="0" i="0" u="none" strike="noStrike" cap="none" spc="-13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Manter controle e disponibilização dos documentos oficiais.</a:t>
                      </a:r>
                      <a:endParaRPr kumimoji="0" lang="pt-BR" sz="1600" b="0" i="0" u="none" strike="noStrike" cap="none" spc="-13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FillTx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  <a:sym typeface="Helvetica Neue Ligh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775472"/>
                  </a:ext>
                </a:extLst>
              </a:tr>
            </a:tbl>
          </a:graphicData>
        </a:graphic>
      </p:graphicFrame>
      <p:cxnSp>
        <p:nvCxnSpPr>
          <p:cNvPr id="396" name="Conector: Angulado 395">
            <a:extLst>
              <a:ext uri="{FF2B5EF4-FFF2-40B4-BE49-F238E27FC236}">
                <a16:creationId xmlns:a16="http://schemas.microsoft.com/office/drawing/2014/main" id="{AA20D39E-803A-3DC4-5721-DF4677A819D8}"/>
              </a:ext>
            </a:extLst>
          </p:cNvPr>
          <p:cNvCxnSpPr>
            <a:cxnSpLocks/>
            <a:stCxn id="10" idx="2"/>
            <a:endCxn id="364" idx="1"/>
          </p:cNvCxnSpPr>
          <p:nvPr/>
        </p:nvCxnSpPr>
        <p:spPr>
          <a:xfrm rot="16200000" flipH="1">
            <a:off x="13838812" y="3063209"/>
            <a:ext cx="888523" cy="4182150"/>
          </a:xfrm>
          <a:prstGeom prst="bentConnector2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cxnSp>
      <p:sp>
        <p:nvSpPr>
          <p:cNvPr id="402" name="AutoShape 15">
            <a:extLst>
              <a:ext uri="{FF2B5EF4-FFF2-40B4-BE49-F238E27FC236}">
                <a16:creationId xmlns:a16="http://schemas.microsoft.com/office/drawing/2014/main" id="{14FCBE77-EAA2-2934-CA21-9D2B37D9015F}"/>
              </a:ext>
            </a:extLst>
          </p:cNvPr>
          <p:cNvSpPr/>
          <p:nvPr/>
        </p:nvSpPr>
        <p:spPr>
          <a:xfrm flipH="1">
            <a:off x="12191998" y="4710023"/>
            <a:ext cx="0" cy="2355393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sz="5625"/>
          </a:p>
        </p:txBody>
      </p:sp>
      <p:pic>
        <p:nvPicPr>
          <p:cNvPr id="760" name="Imagem 759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D2A94381-7841-86BF-5C37-311C9FDF02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1491" y="6965902"/>
            <a:ext cx="937207" cy="399639"/>
          </a:xfrm>
          <a:prstGeom prst="rect">
            <a:avLst/>
          </a:prstGeom>
        </p:spPr>
      </p:pic>
      <p:pic>
        <p:nvPicPr>
          <p:cNvPr id="761" name="Imagem 760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8E90AB57-8125-F426-61B0-23985F80DA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0671" y="6965902"/>
            <a:ext cx="937207" cy="399639"/>
          </a:xfrm>
          <a:prstGeom prst="rect">
            <a:avLst/>
          </a:prstGeom>
        </p:spPr>
      </p:pic>
      <p:sp>
        <p:nvSpPr>
          <p:cNvPr id="21" name="BJPseudoFooter">
            <a:extLst>
              <a:ext uri="{FF2B5EF4-FFF2-40B4-BE49-F238E27FC236}">
                <a16:creationId xmlns:a16="http://schemas.microsoft.com/office/drawing/2014/main" id="{4ED9945E-A1AC-7E9E-3AD0-245EBDCA960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4154343" y="13151743"/>
            <a:ext cx="102657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785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43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31EF48-B1DD-5EA1-012C-33386A002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B305ED7-8434-AC4E-6DC5-A17130D88EA3}"/>
              </a:ext>
            </a:extLst>
          </p:cNvPr>
          <p:cNvSpPr/>
          <p:nvPr/>
        </p:nvSpPr>
        <p:spPr>
          <a:xfrm>
            <a:off x="-58994" y="4232878"/>
            <a:ext cx="24516735" cy="9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defTabSz="825438"/>
            <a:endParaRPr lang="pt-BR" sz="3200" b="0">
              <a:solidFill>
                <a:srgbClr val="FFFFFF"/>
              </a:solidFill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2" name="TextBox 123">
            <a:extLst>
              <a:ext uri="{FF2B5EF4-FFF2-40B4-BE49-F238E27FC236}">
                <a16:creationId xmlns:a16="http://schemas.microsoft.com/office/drawing/2014/main" id="{D1AE2C03-06AD-0C6A-F350-AE62040916C8}"/>
              </a:ext>
            </a:extLst>
          </p:cNvPr>
          <p:cNvSpPr txBox="1"/>
          <p:nvPr/>
        </p:nvSpPr>
        <p:spPr>
          <a:xfrm>
            <a:off x="775477" y="792539"/>
            <a:ext cx="4238128" cy="5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indent="0" algn="l">
              <a:lnSpc>
                <a:spcPts val="3871"/>
              </a:lnSpc>
              <a:spcBef>
                <a:spcPct val="0"/>
              </a:spcBef>
            </a:pPr>
            <a:r>
              <a:rPr lang="en-US" sz="6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Montserrat Medium"/>
              </a:rPr>
              <a:t>VISÃO</a:t>
            </a:r>
          </a:p>
        </p:txBody>
      </p:sp>
      <p:pic>
        <p:nvPicPr>
          <p:cNvPr id="376" name="Imagem 375" descr="Desenho com traços pretos em fundo branco e letras pretas&#10;&#10;Descrição gerada automaticamente com confiança baixa">
            <a:extLst>
              <a:ext uri="{FF2B5EF4-FFF2-40B4-BE49-F238E27FC236}">
                <a16:creationId xmlns:a16="http://schemas.microsoft.com/office/drawing/2014/main" id="{8D3C2B1A-FB22-C79E-A5CD-3762248248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0056" y="223050"/>
            <a:ext cx="2434287" cy="823596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FA7E6901-AE9B-8B1D-8986-B5A258A5B8F6}"/>
              </a:ext>
            </a:extLst>
          </p:cNvPr>
          <p:cNvSpPr txBox="1"/>
          <p:nvPr/>
        </p:nvSpPr>
        <p:spPr>
          <a:xfrm>
            <a:off x="13732591" y="1709348"/>
            <a:ext cx="1021193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 sz="5600" spc="-233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pt-BR" sz="4000" dirty="0">
                <a:latin typeface="Roboto"/>
                <a:ea typeface="Roboto"/>
                <a:cs typeface="Roboto"/>
              </a:rPr>
              <a:t>Sustentar a metodologia de Manutenção Autônoma por meio de padrões, governança e integração ao Sistema de Excelência Operacional.</a:t>
            </a:r>
            <a:endParaRPr lang="pt-BR" sz="4000" dirty="0"/>
          </a:p>
        </p:txBody>
      </p:sp>
      <p:sp>
        <p:nvSpPr>
          <p:cNvPr id="24" name="TextBox 123">
            <a:extLst>
              <a:ext uri="{FF2B5EF4-FFF2-40B4-BE49-F238E27FC236}">
                <a16:creationId xmlns:a16="http://schemas.microsoft.com/office/drawing/2014/main" id="{3D4BAF29-08C8-39BF-C93F-A8A21491D8CC}"/>
              </a:ext>
            </a:extLst>
          </p:cNvPr>
          <p:cNvSpPr txBox="1"/>
          <p:nvPr/>
        </p:nvSpPr>
        <p:spPr>
          <a:xfrm>
            <a:off x="13732591" y="904687"/>
            <a:ext cx="4238128" cy="5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indent="0" algn="l">
              <a:lnSpc>
                <a:spcPts val="3871"/>
              </a:lnSpc>
              <a:spcBef>
                <a:spcPct val="0"/>
              </a:spcBef>
            </a:pPr>
            <a:r>
              <a:rPr lang="en-US" sz="6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Montserrat Medium"/>
              </a:rPr>
              <a:t>MISSÃO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B0E35F8-C7AB-F60C-C87A-852F84F4B5CE}"/>
              </a:ext>
            </a:extLst>
          </p:cNvPr>
          <p:cNvSpPr txBox="1"/>
          <p:nvPr/>
        </p:nvSpPr>
        <p:spPr>
          <a:xfrm>
            <a:off x="439479" y="1513888"/>
            <a:ext cx="12638797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 sz="5600" spc="-233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pt-BR" sz="4000" dirty="0">
                <a:solidFill>
                  <a:schemeClr val="bg1"/>
                </a:solidFill>
              </a:rPr>
              <a:t>Alcançar, até 2027, </a:t>
            </a:r>
            <a:r>
              <a:rPr lang="pt-BR" sz="4000" dirty="0">
                <a:solidFill>
                  <a:srgbClr val="FF0000"/>
                </a:solidFill>
              </a:rPr>
              <a:t>a capacitação plena de todos os colaboradores na metodologia de </a:t>
            </a:r>
            <a:r>
              <a:rPr lang="pt-BR" sz="4000" dirty="0">
                <a:solidFill>
                  <a:schemeClr val="bg1"/>
                </a:solidFill>
              </a:rPr>
              <a:t>Manutenção Autônoma de buscando a estabilidade e confiabilidade dos processos produtivos.</a:t>
            </a:r>
          </a:p>
        </p:txBody>
      </p:sp>
      <p:sp>
        <p:nvSpPr>
          <p:cNvPr id="403" name="Rectangle 2">
            <a:extLst>
              <a:ext uri="{FF2B5EF4-FFF2-40B4-BE49-F238E27FC236}">
                <a16:creationId xmlns:a16="http://schemas.microsoft.com/office/drawing/2014/main" id="{DEA5AE6B-7D25-0DB6-D51E-4DE69CB4F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148" y="5637639"/>
            <a:ext cx="23481523" cy="79714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altLang="pt-BR" sz="3600" spc="-233" dirty="0">
                <a:solidFill>
                  <a:srgbClr val="2543D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 Pilar de Manutenção Autônoma atua na governança da metodologia, sendo a execução e aplicação de responsabilidade das áreas produtivas.</a:t>
            </a:r>
          </a:p>
          <a:p>
            <a:pPr marL="742950" indent="-74295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altLang="pt-BR" sz="3600" spc="-233" dirty="0">
                <a:solidFill>
                  <a:srgbClr val="2543D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Cabe ao Pilar de Manutenção Autônoma  elaborar, definir, manter e atualizar os padrões e treinamentos de caráter metodológico, assegurando sua disponibilidade para aplicação consistente pelas áreas produtivas.</a:t>
            </a:r>
          </a:p>
          <a:p>
            <a:pPr marL="742950" indent="-74295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altLang="pt-BR" sz="3600" spc="-233" dirty="0">
                <a:solidFill>
                  <a:srgbClr val="2543D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Os representantes das áreas atuam como ponto focal  e suporte metodológico entre o Pilar e as áreas produtivas, sendo responsáveis por disseminar o método (sendo habilitados a multiplicar e formar multiplicadores), acompanhar sua aplicação na área e retroalimentar o Pilar, sem assumir a execução da Manutenção Autônoma.</a:t>
            </a:r>
          </a:p>
          <a:p>
            <a:pPr marL="742950" indent="-74295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altLang="pt-BR" sz="3600" spc="-233" dirty="0">
                <a:solidFill>
                  <a:srgbClr val="2543D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Manutenção atua como elemento de integração técnica, assegurando o alinhamento entre Manutenção Autônoma e Manutenção Planejada.</a:t>
            </a:r>
          </a:p>
          <a:p>
            <a:pPr marL="742950" indent="-74295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altLang="pt-BR" sz="3600" spc="-233" dirty="0">
                <a:solidFill>
                  <a:srgbClr val="2543D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 cronograma de implementação da Manutenção Autônoma é definido pelas áreas produtivas; ao Pilar cabe orientar e avaliar a aderência metodológica desse cronograma, sinalizando riscos à sustentabilidade do método, sem assumir a gestão dos prazos.</a:t>
            </a:r>
          </a:p>
          <a:p>
            <a:pPr marL="742950" indent="-742950"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altLang="pt-BR" sz="3600" spc="-233" dirty="0">
                <a:solidFill>
                  <a:srgbClr val="2543D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Cabe ao Pilar de Manutenção Autônoma assegurar a validação metodológica para mudança de etapa e a devolutiva às áreas quanto aos critérios não atendidos.</a:t>
            </a:r>
          </a:p>
        </p:txBody>
      </p:sp>
      <p:sp>
        <p:nvSpPr>
          <p:cNvPr id="438" name="TextBox 123">
            <a:extLst>
              <a:ext uri="{FF2B5EF4-FFF2-40B4-BE49-F238E27FC236}">
                <a16:creationId xmlns:a16="http://schemas.microsoft.com/office/drawing/2014/main" id="{4AAE6558-0192-A211-F84C-8E78C04E81DF}"/>
              </a:ext>
            </a:extLst>
          </p:cNvPr>
          <p:cNvSpPr txBox="1"/>
          <p:nvPr/>
        </p:nvSpPr>
        <p:spPr>
          <a:xfrm>
            <a:off x="775477" y="4787082"/>
            <a:ext cx="4887904" cy="586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 indent="0" algn="l">
              <a:lnSpc>
                <a:spcPts val="3871"/>
              </a:lnSpc>
              <a:spcBef>
                <a:spcPct val="0"/>
              </a:spcBef>
            </a:pPr>
            <a:r>
              <a:rPr lang="en-US" sz="6600">
                <a:solidFill>
                  <a:srgbClr val="00B0F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Montserrat Medium"/>
              </a:rPr>
              <a:t>DIRETRIZES</a:t>
            </a:r>
          </a:p>
        </p:txBody>
      </p:sp>
      <p:sp>
        <p:nvSpPr>
          <p:cNvPr id="10" name="BJPseudoFooter">
            <a:extLst>
              <a:ext uri="{FF2B5EF4-FFF2-40B4-BE49-F238E27FC236}">
                <a16:creationId xmlns:a16="http://schemas.microsoft.com/office/drawing/2014/main" id="{CE42BFBC-84A6-32AB-4A81-A3AE4BEC28E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4154343" y="13151743"/>
            <a:ext cx="102657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507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43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200C2A-5B06-BD6C-753A-E8BC9E8AD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Imagem 375" descr="Desenho com traços pretos em fundo branco e letras pretas&#10;&#10;Descrição gerada automaticamente com confiança baixa">
            <a:extLst>
              <a:ext uri="{FF2B5EF4-FFF2-40B4-BE49-F238E27FC236}">
                <a16:creationId xmlns:a16="http://schemas.microsoft.com/office/drawing/2014/main" id="{E288CDDD-9911-F633-44B5-FDA496F209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3787" y="527735"/>
            <a:ext cx="2434287" cy="823596"/>
          </a:xfrm>
          <a:prstGeom prst="rect">
            <a:avLst/>
          </a:prstGeom>
        </p:spPr>
      </p:pic>
      <p:sp>
        <p:nvSpPr>
          <p:cNvPr id="345" name="TextBox 123">
            <a:extLst>
              <a:ext uri="{FF2B5EF4-FFF2-40B4-BE49-F238E27FC236}">
                <a16:creationId xmlns:a16="http://schemas.microsoft.com/office/drawing/2014/main" id="{CA2D0EFB-4714-9A4D-A9CE-BB5050738BAE}"/>
              </a:ext>
            </a:extLst>
          </p:cNvPr>
          <p:cNvSpPr txBox="1"/>
          <p:nvPr/>
        </p:nvSpPr>
        <p:spPr>
          <a:xfrm>
            <a:off x="565926" y="936542"/>
            <a:ext cx="11626074" cy="586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 indent="0" algn="l">
              <a:lnSpc>
                <a:spcPts val="3871"/>
              </a:lnSpc>
              <a:spcBef>
                <a:spcPct val="0"/>
              </a:spcBef>
            </a:pPr>
            <a:r>
              <a:rPr lang="en-US" sz="6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Montserrat Medium"/>
              </a:rPr>
              <a:t>INDICADORES</a:t>
            </a:r>
          </a:p>
        </p:txBody>
      </p:sp>
      <p:graphicFrame>
        <p:nvGraphicFramePr>
          <p:cNvPr id="346" name="Tabela 345">
            <a:extLst>
              <a:ext uri="{FF2B5EF4-FFF2-40B4-BE49-F238E27FC236}">
                <a16:creationId xmlns:a16="http://schemas.microsoft.com/office/drawing/2014/main" id="{CC3BA2AD-D115-7D03-1C6B-6B0FAA1802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185024"/>
              </p:ext>
            </p:extLst>
          </p:nvPr>
        </p:nvGraphicFramePr>
        <p:xfrm>
          <a:off x="565926" y="2009290"/>
          <a:ext cx="23252149" cy="111424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2113">
                  <a:extLst>
                    <a:ext uri="{9D8B030D-6E8A-4147-A177-3AD203B41FA5}">
                      <a16:colId xmlns:a16="http://schemas.microsoft.com/office/drawing/2014/main" val="3331457513"/>
                    </a:ext>
                  </a:extLst>
                </a:gridCol>
                <a:gridCol w="6135329">
                  <a:extLst>
                    <a:ext uri="{9D8B030D-6E8A-4147-A177-3AD203B41FA5}">
                      <a16:colId xmlns:a16="http://schemas.microsoft.com/office/drawing/2014/main" val="3072504300"/>
                    </a:ext>
                  </a:extLst>
                </a:gridCol>
                <a:gridCol w="5604387">
                  <a:extLst>
                    <a:ext uri="{9D8B030D-6E8A-4147-A177-3AD203B41FA5}">
                      <a16:colId xmlns:a16="http://schemas.microsoft.com/office/drawing/2014/main" val="2622799397"/>
                    </a:ext>
                  </a:extLst>
                </a:gridCol>
                <a:gridCol w="1786202">
                  <a:extLst>
                    <a:ext uri="{9D8B030D-6E8A-4147-A177-3AD203B41FA5}">
                      <a16:colId xmlns:a16="http://schemas.microsoft.com/office/drawing/2014/main" val="1686420396"/>
                    </a:ext>
                  </a:extLst>
                </a:gridCol>
                <a:gridCol w="2107842">
                  <a:extLst>
                    <a:ext uri="{9D8B030D-6E8A-4147-A177-3AD203B41FA5}">
                      <a16:colId xmlns:a16="http://schemas.microsoft.com/office/drawing/2014/main" val="3553288689"/>
                    </a:ext>
                  </a:extLst>
                </a:gridCol>
                <a:gridCol w="2020016">
                  <a:extLst>
                    <a:ext uri="{9D8B030D-6E8A-4147-A177-3AD203B41FA5}">
                      <a16:colId xmlns:a16="http://schemas.microsoft.com/office/drawing/2014/main" val="912212874"/>
                    </a:ext>
                  </a:extLst>
                </a:gridCol>
                <a:gridCol w="1946260">
                  <a:extLst>
                    <a:ext uri="{9D8B030D-6E8A-4147-A177-3AD203B41FA5}">
                      <a16:colId xmlns:a16="http://schemas.microsoft.com/office/drawing/2014/main" val="1591081998"/>
                    </a:ext>
                  </a:extLst>
                </a:gridCol>
              </a:tblGrid>
              <a:tr h="1299953">
                <a:tc>
                  <a:txBody>
                    <a:bodyPr/>
                    <a:lstStyle/>
                    <a:p>
                      <a:r>
                        <a:rPr lang="pt-BR" sz="28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INDICADOR</a:t>
                      </a:r>
                      <a:endParaRPr lang="pt-BR" sz="280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>
                      <a:solidFill>
                        <a:srgbClr val="6699FF"/>
                      </a:solidFill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6699FF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152B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8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 QUE AVALIA</a:t>
                      </a:r>
                      <a:endParaRPr lang="pt-BR" sz="280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6699FF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152B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8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CÁLCULO</a:t>
                      </a:r>
                      <a:endParaRPr lang="pt-BR" sz="280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6699FF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152B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8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UNID</a:t>
                      </a:r>
                      <a:endParaRPr lang="pt-BR" sz="280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6699FF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152B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800" b="1" dirty="0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2025</a:t>
                      </a:r>
                      <a:endParaRPr lang="pt-BR" sz="2800" dirty="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6699FF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152B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8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2026</a:t>
                      </a:r>
                      <a:endParaRPr lang="pt-BR" sz="2800">
                        <a:solidFill>
                          <a:schemeClr val="bg1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>
                      <a:solidFill>
                        <a:srgbClr val="6699FF"/>
                      </a:solidFill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6699FF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152B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800" b="1">
                          <a:solidFill>
                            <a:schemeClr val="bg1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2027</a:t>
                      </a:r>
                    </a:p>
                  </a:txBody>
                  <a:tcPr anchor="ctr">
                    <a:lnL w="12700">
                      <a:solidFill>
                        <a:srgbClr val="6699FF"/>
                      </a:solidFill>
                    </a:lnL>
                    <a:lnR w="12700" cap="flat" cmpd="sng" algn="ctr">
                      <a:solidFill>
                        <a:srgbClr val="66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6699FF"/>
                      </a:solidFill>
                    </a:lnT>
                    <a:lnB w="0">
                      <a:noFill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152B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442904"/>
                  </a:ext>
                </a:extLst>
              </a:tr>
              <a:tr h="1857075">
                <a:tc>
                  <a:txBody>
                    <a:bodyPr/>
                    <a:lstStyle/>
                    <a:p>
                      <a:pPr algn="l"/>
                      <a:r>
                        <a:rPr lang="pt-BR" sz="2400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PADRONIZAÇÃO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Entrega de padrões metodológicos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Padrões publicados ÷ Padrões previstos × 100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090133"/>
                  </a:ext>
                </a:extLst>
              </a:tr>
              <a:tr h="2414200">
                <a:tc>
                  <a:txBody>
                    <a:bodyPr/>
                    <a:lstStyle/>
                    <a:p>
                      <a:pPr algn="l"/>
                      <a:r>
                        <a:rPr lang="pt-BR" sz="2400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TREINAMENTOS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Entrega de conteúdo de treinamentos metodológicos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25438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Treinamentos elaborados ÷ Treinamentos previstos × 100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292245"/>
                  </a:ext>
                </a:extLst>
              </a:tr>
              <a:tr h="1857075">
                <a:tc>
                  <a:txBody>
                    <a:bodyPr/>
                    <a:lstStyle/>
                    <a:p>
                      <a:pPr algn="l"/>
                      <a:r>
                        <a:rPr lang="pt-BR" sz="2400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GOVERNANÇA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Aderência às reuniões do pilar</a:t>
                      </a:r>
                    </a:p>
                    <a:p>
                      <a:pPr algn="l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(Reunião válida: Coordenador + 60% de membros)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Reuniões realizadas ÷ Reuniões previstas × 100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466737"/>
                  </a:ext>
                </a:extLst>
              </a:tr>
              <a:tr h="1857075">
                <a:tc>
                  <a:txBody>
                    <a:bodyPr/>
                    <a:lstStyle/>
                    <a:p>
                      <a:pPr algn="l"/>
                      <a:r>
                        <a:rPr lang="pt-BR" sz="2400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CRONOGRAMA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Atendimento ao cronograma de atividades do Pilar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>
                          <a:effectLst/>
                          <a:latin typeface="Roboto"/>
                          <a:ea typeface="Roboto"/>
                          <a:cs typeface="Roboto"/>
                        </a:rPr>
                        <a:t>Ações realizadas conforme planejado </a:t>
                      </a:r>
                      <a:r>
                        <a:rPr lang="pt-BR"/>
                        <a:t>÷</a:t>
                      </a:r>
                      <a:r>
                        <a:rPr lang="pt-BR" sz="2400">
                          <a:effectLst/>
                          <a:latin typeface="Roboto"/>
                          <a:ea typeface="Roboto"/>
                          <a:cs typeface="Roboto"/>
                        </a:rPr>
                        <a:t> Ações planejadas no período x 100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789876"/>
                  </a:ext>
                </a:extLst>
              </a:tr>
              <a:tr h="1857075">
                <a:tc>
                  <a:txBody>
                    <a:bodyPr/>
                    <a:lstStyle/>
                    <a:p>
                      <a:pPr algn="l"/>
                      <a:r>
                        <a:rPr lang="pt-BR" sz="2400" b="1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AUDITORIAS DE MUDANÇA DE ETAPA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Acompanhamento e devolutivas à auditorias de mudança de etapa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Relatórios elaborados</a:t>
                      </a:r>
                      <a:r>
                        <a:rPr lang="pt-BR" sz="2400" b="0" i="0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Helvetica Neue Light"/>
                        </a:rPr>
                        <a:t> ÷ Auditorias realizadas x 100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006426"/>
                  </a:ext>
                </a:extLst>
              </a:tr>
            </a:tbl>
          </a:graphicData>
        </a:graphic>
      </p:graphicFrame>
      <p:sp>
        <p:nvSpPr>
          <p:cNvPr id="9" name="BJPseudoFooter">
            <a:extLst>
              <a:ext uri="{FF2B5EF4-FFF2-40B4-BE49-F238E27FC236}">
                <a16:creationId xmlns:a16="http://schemas.microsoft.com/office/drawing/2014/main" id="{1A66115F-16CF-F384-8FF7-95BDC78E890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4154343" y="13151743"/>
            <a:ext cx="102657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963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f2b92c1-a898-4550-bc40-7eb2dd1d90a8" xsi:nil="true"/>
    <lcf76f155ced4ddcb4097134ff3c332f xmlns="127a3897-ed4c-4826-8a6c-94d3406a8d6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176F216EECD943AD612D627F07C02E" ma:contentTypeVersion="16" ma:contentTypeDescription="Create a new document." ma:contentTypeScope="" ma:versionID="37913c5216a24e7414db49c0f1fb1e54">
  <xsd:schema xmlns:xsd="http://www.w3.org/2001/XMLSchema" xmlns:xs="http://www.w3.org/2001/XMLSchema" xmlns:p="http://schemas.microsoft.com/office/2006/metadata/properties" xmlns:ns2="127a3897-ed4c-4826-8a6c-94d3406a8d6d" xmlns:ns3="cf2b92c1-a898-4550-bc40-7eb2dd1d90a8" targetNamespace="http://schemas.microsoft.com/office/2006/metadata/properties" ma:root="true" ma:fieldsID="dab1027dda4661eb8f47ea7caffc1aac" ns2:_="" ns3:_="">
    <xsd:import namespace="127a3897-ed4c-4826-8a6c-94d3406a8d6d"/>
    <xsd:import namespace="cf2b92c1-a898-4550-bc40-7eb2dd1d90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7a3897-ed4c-4826-8a6c-94d3406a8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d8d8cb3-13e6-4a9b-b8ca-c05e8e4559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2b92c1-a898-4550-bc40-7eb2dd1d90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753cf45-de07-4b4e-adb5-ff0f4ef5cc6a}" ma:internalName="TaxCatchAll" ma:showField="CatchAllData" ma:web="cf2b92c1-a898-4550-bc40-7eb2dd1d90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sisl xmlns:xsd="http://www.w3.org/2001/XMLSchema" xmlns:xsi="http://www.w3.org/2001/XMLSchema-instance" xmlns="http://www.boldonjames.com/2008/01/sie/internal/label" sislVersion="0" policy="06b056e2-7ddb-4f31-a510-f19fdcc3f692" origin="userSelected">
  <element uid="id_classification_nonbusiness" value=""/>
</sisl>
</file>

<file path=customXml/itemProps1.xml><?xml version="1.0" encoding="utf-8"?>
<ds:datastoreItem xmlns:ds="http://schemas.openxmlformats.org/officeDocument/2006/customXml" ds:itemID="{9B195812-9FD0-405A-AFA3-85753646485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80AB0D-94BE-4CEB-918A-589467F4DFBC}">
  <ds:schemaRefs>
    <ds:schemaRef ds:uri="http://purl.org/dc/dcmitype/"/>
    <ds:schemaRef ds:uri="cf2b92c1-a898-4550-bc40-7eb2dd1d90a8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127a3897-ed4c-4826-8a6c-94d3406a8d6d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C05248BB-727E-4EA2-A703-35221435541D}">
  <ds:schemaRefs>
    <ds:schemaRef ds:uri="127a3897-ed4c-4826-8a6c-94d3406a8d6d"/>
    <ds:schemaRef ds:uri="cf2b92c1-a898-4550-bc40-7eb2dd1d90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1B3522E2-0DCA-4751-8512-F2CBD0361269}">
  <ds:schemaRefs>
    <ds:schemaRef ds:uri="http://www.w3.org/2001/XMLSchema"/>
    <ds:schemaRef ds:uri="http://www.boldonjames.com/2008/01/sie/internal/label"/>
  </ds:schemaRefs>
</ds:datastoreItem>
</file>

<file path=docMetadata/LabelInfo.xml><?xml version="1.0" encoding="utf-8"?>
<clbl:labelList xmlns:clbl="http://schemas.microsoft.com/office/2020/mipLabelMetadata">
  <clbl:label id="{76684a67-d816-43ce-93f9-29b6f72f823f}" enabled="0" method="" siteId="{76684a67-d816-43ce-93f9-29b6f72f82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972</Words>
  <Application>Microsoft Office PowerPoint</Application>
  <PresentationFormat>Personalizar</PresentationFormat>
  <Paragraphs>116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2" baseType="lpstr">
      <vt:lpstr>Arial</vt:lpstr>
      <vt:lpstr>Helvetica Neue</vt:lpstr>
      <vt:lpstr>Helvetica Neue Light</vt:lpstr>
      <vt:lpstr>Helvetica Neue Medium</vt:lpstr>
      <vt:lpstr>Poppins</vt:lpstr>
      <vt:lpstr>Poppins Bold</vt:lpstr>
      <vt:lpstr>Roboto</vt:lpstr>
      <vt:lpstr>White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Cintia Rosanova Faccin</dc:creator>
  <cp:lastModifiedBy>Matheus Batista De Souza</cp:lastModifiedBy>
  <cp:revision>1</cp:revision>
  <cp:lastPrinted>2026-02-26T17:32:27Z</cp:lastPrinted>
  <dcterms:modified xsi:type="dcterms:W3CDTF">2026-03-11T19:19:17Z</dcterms:modified>
  <cp:category>XPTOPublic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11857c42-a6dc-4328-a8fe-b2fb66f18439</vt:lpwstr>
  </property>
  <property fmtid="{D5CDD505-2E9C-101B-9397-08002B2CF9AE}" pid="3" name="bjSaver">
    <vt:lpwstr>jMPiftq7UvchF0wPKRvoKfTgW+2/X3E+</vt:lpwstr>
  </property>
  <property fmtid="{D5CDD505-2E9C-101B-9397-08002B2CF9AE}" pid="4" name="bjDocumentSecurityLabel">
    <vt:lpwstr>NÃO CLASSIFICADA</vt:lpwstr>
  </property>
  <property fmtid="{D5CDD505-2E9C-101B-9397-08002B2CF9AE}" pid="5" name="X-BJ-Classification">
    <vt:lpwstr>X-BJ-CLASSIFICATION-{Classificação}</vt:lpwstr>
  </property>
  <property fmtid="{D5CDD505-2E9C-101B-9397-08002B2CF9AE}" pid="6" name="ContentTypeId">
    <vt:lpwstr>0x010100FA176F216EECD943AD612D627F07C02E</vt:lpwstr>
  </property>
  <property fmtid="{D5CDD505-2E9C-101B-9397-08002B2CF9AE}" pid="7" name="bjClsUserRVM">
    <vt:lpwstr>[]</vt:lpwstr>
  </property>
  <property fmtid="{D5CDD505-2E9C-101B-9397-08002B2CF9AE}" pid="8" name="bjDocumentLabelXML">
    <vt:lpwstr>&lt;?xml version="1.0" encoding="us-ascii"?&gt;&lt;sisl xmlns:xsd="http://www.w3.org/2001/XMLSchema" xmlns:xsi="http://www.w3.org/2001/XMLSchema-instance" sislVersion="0" policy="06b056e2-7ddb-4f31-a510-f19fdcc3f692" origin="userSelected" xmlns="http://www.boldonj</vt:lpwstr>
  </property>
  <property fmtid="{D5CDD505-2E9C-101B-9397-08002B2CF9AE}" pid="9" name="bjDocumentLabelXML-0">
    <vt:lpwstr>ames.com/2008/01/sie/internal/label"&gt;&lt;element uid="id_classification_nonbusiness" value="" /&gt;&lt;/sisl&gt;</vt:lpwstr>
  </property>
  <property fmtid="{D5CDD505-2E9C-101B-9397-08002B2CF9AE}" pid="10" name="MediaServiceImageTags">
    <vt:lpwstr/>
  </property>
</Properties>
</file>